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1052175" cy="45799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2118" y="2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1522" y="749541"/>
            <a:ext cx="8289131" cy="1594497"/>
          </a:xfrm>
        </p:spPr>
        <p:txBody>
          <a:bodyPr anchor="b"/>
          <a:lstStyle>
            <a:lvl1pPr algn="ctr">
              <a:defRPr sz="400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1522" y="2405528"/>
            <a:ext cx="8289131" cy="1105758"/>
          </a:xfrm>
        </p:spPr>
        <p:txBody>
          <a:bodyPr/>
          <a:lstStyle>
            <a:lvl1pPr marL="0" indent="0" algn="ctr">
              <a:buNone/>
              <a:defRPr sz="1603"/>
            </a:lvl1pPr>
            <a:lvl2pPr marL="305318" indent="0" algn="ctr">
              <a:buNone/>
              <a:defRPr sz="1336"/>
            </a:lvl2pPr>
            <a:lvl3pPr marL="610636" indent="0" algn="ctr">
              <a:buNone/>
              <a:defRPr sz="1202"/>
            </a:lvl3pPr>
            <a:lvl4pPr marL="915954" indent="0" algn="ctr">
              <a:buNone/>
              <a:defRPr sz="1068"/>
            </a:lvl4pPr>
            <a:lvl5pPr marL="1221273" indent="0" algn="ctr">
              <a:buNone/>
              <a:defRPr sz="1068"/>
            </a:lvl5pPr>
            <a:lvl6pPr marL="1526591" indent="0" algn="ctr">
              <a:buNone/>
              <a:defRPr sz="1068"/>
            </a:lvl6pPr>
            <a:lvl7pPr marL="1831909" indent="0" algn="ctr">
              <a:buNone/>
              <a:defRPr sz="1068"/>
            </a:lvl7pPr>
            <a:lvl8pPr marL="2137227" indent="0" algn="ctr">
              <a:buNone/>
              <a:defRPr sz="1068"/>
            </a:lvl8pPr>
            <a:lvl9pPr marL="2442545" indent="0" algn="ctr">
              <a:buNone/>
              <a:defRPr sz="106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DD58C-8FC9-49F4-B4DD-8BEC63D013C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ACDA-6359-4B6E-84B8-599AAF3E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747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DD58C-8FC9-49F4-B4DD-8BEC63D013C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ACDA-6359-4B6E-84B8-599AAF3E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804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081" y="1141804"/>
            <a:ext cx="9532501" cy="1905127"/>
          </a:xfrm>
        </p:spPr>
        <p:txBody>
          <a:bodyPr anchor="b"/>
          <a:lstStyle>
            <a:lvl1pPr>
              <a:defRPr sz="400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081" y="3064955"/>
            <a:ext cx="9532501" cy="1001861"/>
          </a:xfrm>
        </p:spPr>
        <p:txBody>
          <a:bodyPr/>
          <a:lstStyle>
            <a:lvl1pPr marL="0" indent="0">
              <a:buNone/>
              <a:defRPr sz="1603">
                <a:solidFill>
                  <a:schemeClr val="tx1">
                    <a:tint val="75000"/>
                  </a:schemeClr>
                </a:solidFill>
              </a:defRPr>
            </a:lvl1pPr>
            <a:lvl2pPr marL="305318" indent="0">
              <a:buNone/>
              <a:defRPr sz="1336">
                <a:solidFill>
                  <a:schemeClr val="tx1">
                    <a:tint val="75000"/>
                  </a:schemeClr>
                </a:solidFill>
              </a:defRPr>
            </a:lvl2pPr>
            <a:lvl3pPr marL="610636" indent="0">
              <a:buNone/>
              <a:defRPr sz="1202">
                <a:solidFill>
                  <a:schemeClr val="tx1">
                    <a:tint val="75000"/>
                  </a:schemeClr>
                </a:solidFill>
              </a:defRPr>
            </a:lvl3pPr>
            <a:lvl4pPr marL="915954" indent="0">
              <a:buNone/>
              <a:defRPr sz="1068">
                <a:solidFill>
                  <a:schemeClr val="tx1">
                    <a:tint val="75000"/>
                  </a:schemeClr>
                </a:solidFill>
              </a:defRPr>
            </a:lvl4pPr>
            <a:lvl5pPr marL="1221273" indent="0">
              <a:buNone/>
              <a:defRPr sz="1068">
                <a:solidFill>
                  <a:schemeClr val="tx1">
                    <a:tint val="75000"/>
                  </a:schemeClr>
                </a:solidFill>
              </a:defRPr>
            </a:lvl5pPr>
            <a:lvl6pPr marL="1526591" indent="0">
              <a:buNone/>
              <a:defRPr sz="1068">
                <a:solidFill>
                  <a:schemeClr val="tx1">
                    <a:tint val="75000"/>
                  </a:schemeClr>
                </a:solidFill>
              </a:defRPr>
            </a:lvl6pPr>
            <a:lvl7pPr marL="1831909" indent="0">
              <a:buNone/>
              <a:defRPr sz="1068">
                <a:solidFill>
                  <a:schemeClr val="tx1">
                    <a:tint val="75000"/>
                  </a:schemeClr>
                </a:solidFill>
              </a:defRPr>
            </a:lvl7pPr>
            <a:lvl8pPr marL="2137227" indent="0">
              <a:buNone/>
              <a:defRPr sz="1068">
                <a:solidFill>
                  <a:schemeClr val="tx1">
                    <a:tint val="75000"/>
                  </a:schemeClr>
                </a:solidFill>
              </a:defRPr>
            </a:lvl8pPr>
            <a:lvl9pPr marL="2442545" indent="0">
              <a:buNone/>
              <a:defRPr sz="10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DD58C-8FC9-49F4-B4DD-8BEC63D013C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ACDA-6359-4B6E-84B8-599AAF3E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707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9837" y="1219196"/>
            <a:ext cx="4697174" cy="290592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5164" y="1219196"/>
            <a:ext cx="4697174" cy="290592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DD58C-8FC9-49F4-B4DD-8BEC63D013C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ACDA-6359-4B6E-84B8-599AAF3E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036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77" y="243840"/>
            <a:ext cx="9532501" cy="88524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277" y="1122721"/>
            <a:ext cx="4675588" cy="550228"/>
          </a:xfrm>
        </p:spPr>
        <p:txBody>
          <a:bodyPr anchor="b"/>
          <a:lstStyle>
            <a:lvl1pPr marL="0" indent="0">
              <a:buNone/>
              <a:defRPr sz="1603" b="1"/>
            </a:lvl1pPr>
            <a:lvl2pPr marL="305318" indent="0">
              <a:buNone/>
              <a:defRPr sz="1336" b="1"/>
            </a:lvl2pPr>
            <a:lvl3pPr marL="610636" indent="0">
              <a:buNone/>
              <a:defRPr sz="1202" b="1"/>
            </a:lvl3pPr>
            <a:lvl4pPr marL="915954" indent="0">
              <a:buNone/>
              <a:defRPr sz="1068" b="1"/>
            </a:lvl4pPr>
            <a:lvl5pPr marL="1221273" indent="0">
              <a:buNone/>
              <a:defRPr sz="1068" b="1"/>
            </a:lvl5pPr>
            <a:lvl6pPr marL="1526591" indent="0">
              <a:buNone/>
              <a:defRPr sz="1068" b="1"/>
            </a:lvl6pPr>
            <a:lvl7pPr marL="1831909" indent="0">
              <a:buNone/>
              <a:defRPr sz="1068" b="1"/>
            </a:lvl7pPr>
            <a:lvl8pPr marL="2137227" indent="0">
              <a:buNone/>
              <a:defRPr sz="1068" b="1"/>
            </a:lvl8pPr>
            <a:lvl9pPr marL="2442545" indent="0">
              <a:buNone/>
              <a:defRPr sz="106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1277" y="1672949"/>
            <a:ext cx="4675588" cy="246065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95164" y="1122721"/>
            <a:ext cx="4698614" cy="550228"/>
          </a:xfrm>
        </p:spPr>
        <p:txBody>
          <a:bodyPr anchor="b"/>
          <a:lstStyle>
            <a:lvl1pPr marL="0" indent="0">
              <a:buNone/>
              <a:defRPr sz="1603" b="1"/>
            </a:lvl1pPr>
            <a:lvl2pPr marL="305318" indent="0">
              <a:buNone/>
              <a:defRPr sz="1336" b="1"/>
            </a:lvl2pPr>
            <a:lvl3pPr marL="610636" indent="0">
              <a:buNone/>
              <a:defRPr sz="1202" b="1"/>
            </a:lvl3pPr>
            <a:lvl4pPr marL="915954" indent="0">
              <a:buNone/>
              <a:defRPr sz="1068" b="1"/>
            </a:lvl4pPr>
            <a:lvl5pPr marL="1221273" indent="0">
              <a:buNone/>
              <a:defRPr sz="1068" b="1"/>
            </a:lvl5pPr>
            <a:lvl6pPr marL="1526591" indent="0">
              <a:buNone/>
              <a:defRPr sz="1068" b="1"/>
            </a:lvl6pPr>
            <a:lvl7pPr marL="1831909" indent="0">
              <a:buNone/>
              <a:defRPr sz="1068" b="1"/>
            </a:lvl7pPr>
            <a:lvl8pPr marL="2137227" indent="0">
              <a:buNone/>
              <a:defRPr sz="1068" b="1"/>
            </a:lvl8pPr>
            <a:lvl9pPr marL="2442545" indent="0">
              <a:buNone/>
              <a:defRPr sz="1068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5164" y="1672949"/>
            <a:ext cx="4698614" cy="246065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DD58C-8FC9-49F4-B4DD-8BEC63D013C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ACDA-6359-4B6E-84B8-599AAF3E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49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DD58C-8FC9-49F4-B4DD-8BEC63D013C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ACDA-6359-4B6E-84B8-599AAF3E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29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DD58C-8FC9-49F4-B4DD-8BEC63D013C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ACDA-6359-4B6E-84B8-599AAF3E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2624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77" y="305329"/>
            <a:ext cx="3564614" cy="1068652"/>
          </a:xfrm>
        </p:spPr>
        <p:txBody>
          <a:bodyPr anchor="b"/>
          <a:lstStyle>
            <a:lvl1pPr>
              <a:defRPr sz="213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8614" y="659427"/>
            <a:ext cx="5595164" cy="3254724"/>
          </a:xfrm>
        </p:spPr>
        <p:txBody>
          <a:bodyPr/>
          <a:lstStyle>
            <a:lvl1pPr>
              <a:defRPr sz="2137"/>
            </a:lvl1pPr>
            <a:lvl2pPr>
              <a:defRPr sz="1870"/>
            </a:lvl2pPr>
            <a:lvl3pPr>
              <a:defRPr sz="1603"/>
            </a:lvl3pPr>
            <a:lvl4pPr>
              <a:defRPr sz="1336"/>
            </a:lvl4pPr>
            <a:lvl5pPr>
              <a:defRPr sz="1336"/>
            </a:lvl5pPr>
            <a:lvl6pPr>
              <a:defRPr sz="1336"/>
            </a:lvl6pPr>
            <a:lvl7pPr>
              <a:defRPr sz="1336"/>
            </a:lvl7pPr>
            <a:lvl8pPr>
              <a:defRPr sz="1336"/>
            </a:lvl8pPr>
            <a:lvl9pPr>
              <a:defRPr sz="1336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1277" y="1373981"/>
            <a:ext cx="3564614" cy="2545471"/>
          </a:xfrm>
        </p:spPr>
        <p:txBody>
          <a:bodyPr/>
          <a:lstStyle>
            <a:lvl1pPr marL="0" indent="0">
              <a:buNone/>
              <a:defRPr sz="1068"/>
            </a:lvl1pPr>
            <a:lvl2pPr marL="305318" indent="0">
              <a:buNone/>
              <a:defRPr sz="935"/>
            </a:lvl2pPr>
            <a:lvl3pPr marL="610636" indent="0">
              <a:buNone/>
              <a:defRPr sz="801"/>
            </a:lvl3pPr>
            <a:lvl4pPr marL="915954" indent="0">
              <a:buNone/>
              <a:defRPr sz="668"/>
            </a:lvl4pPr>
            <a:lvl5pPr marL="1221273" indent="0">
              <a:buNone/>
              <a:defRPr sz="668"/>
            </a:lvl5pPr>
            <a:lvl6pPr marL="1526591" indent="0">
              <a:buNone/>
              <a:defRPr sz="668"/>
            </a:lvl6pPr>
            <a:lvl7pPr marL="1831909" indent="0">
              <a:buNone/>
              <a:defRPr sz="668"/>
            </a:lvl7pPr>
            <a:lvl8pPr marL="2137227" indent="0">
              <a:buNone/>
              <a:defRPr sz="668"/>
            </a:lvl8pPr>
            <a:lvl9pPr marL="2442545" indent="0">
              <a:buNone/>
              <a:defRPr sz="668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DD58C-8FC9-49F4-B4DD-8BEC63D013C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ACDA-6359-4B6E-84B8-599AAF3E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336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77" y="305329"/>
            <a:ext cx="3564614" cy="1068652"/>
          </a:xfrm>
        </p:spPr>
        <p:txBody>
          <a:bodyPr anchor="b"/>
          <a:lstStyle>
            <a:lvl1pPr>
              <a:defRPr sz="213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98614" y="659427"/>
            <a:ext cx="5595164" cy="3254724"/>
          </a:xfrm>
        </p:spPr>
        <p:txBody>
          <a:bodyPr anchor="t"/>
          <a:lstStyle>
            <a:lvl1pPr marL="0" indent="0">
              <a:buNone/>
              <a:defRPr sz="2137"/>
            </a:lvl1pPr>
            <a:lvl2pPr marL="305318" indent="0">
              <a:buNone/>
              <a:defRPr sz="1870"/>
            </a:lvl2pPr>
            <a:lvl3pPr marL="610636" indent="0">
              <a:buNone/>
              <a:defRPr sz="1603"/>
            </a:lvl3pPr>
            <a:lvl4pPr marL="915954" indent="0">
              <a:buNone/>
              <a:defRPr sz="1336"/>
            </a:lvl4pPr>
            <a:lvl5pPr marL="1221273" indent="0">
              <a:buNone/>
              <a:defRPr sz="1336"/>
            </a:lvl5pPr>
            <a:lvl6pPr marL="1526591" indent="0">
              <a:buNone/>
              <a:defRPr sz="1336"/>
            </a:lvl6pPr>
            <a:lvl7pPr marL="1831909" indent="0">
              <a:buNone/>
              <a:defRPr sz="1336"/>
            </a:lvl7pPr>
            <a:lvl8pPr marL="2137227" indent="0">
              <a:buNone/>
              <a:defRPr sz="1336"/>
            </a:lvl8pPr>
            <a:lvl9pPr marL="2442545" indent="0">
              <a:buNone/>
              <a:defRPr sz="133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1277" y="1373981"/>
            <a:ext cx="3564614" cy="2545471"/>
          </a:xfrm>
        </p:spPr>
        <p:txBody>
          <a:bodyPr/>
          <a:lstStyle>
            <a:lvl1pPr marL="0" indent="0">
              <a:buNone/>
              <a:defRPr sz="1068"/>
            </a:lvl1pPr>
            <a:lvl2pPr marL="305318" indent="0">
              <a:buNone/>
              <a:defRPr sz="935"/>
            </a:lvl2pPr>
            <a:lvl3pPr marL="610636" indent="0">
              <a:buNone/>
              <a:defRPr sz="801"/>
            </a:lvl3pPr>
            <a:lvl4pPr marL="915954" indent="0">
              <a:buNone/>
              <a:defRPr sz="668"/>
            </a:lvl4pPr>
            <a:lvl5pPr marL="1221273" indent="0">
              <a:buNone/>
              <a:defRPr sz="668"/>
            </a:lvl5pPr>
            <a:lvl6pPr marL="1526591" indent="0">
              <a:buNone/>
              <a:defRPr sz="668"/>
            </a:lvl6pPr>
            <a:lvl7pPr marL="1831909" indent="0">
              <a:buNone/>
              <a:defRPr sz="668"/>
            </a:lvl7pPr>
            <a:lvl8pPr marL="2137227" indent="0">
              <a:buNone/>
              <a:defRPr sz="668"/>
            </a:lvl8pPr>
            <a:lvl9pPr marL="2442545" indent="0">
              <a:buNone/>
              <a:defRPr sz="668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DD58C-8FC9-49F4-B4DD-8BEC63D013C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ACDA-6359-4B6E-84B8-599AAF3E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00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DD58C-8FC9-49F4-B4DD-8BEC63D013C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ACDA-6359-4B6E-84B8-599AAF3E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136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09213" y="243839"/>
            <a:ext cx="2383125" cy="388128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9837" y="243839"/>
            <a:ext cx="7011224" cy="388128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DD58C-8FC9-49F4-B4DD-8BEC63D013C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3ACDA-6359-4B6E-84B8-599AAF3E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077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9837" y="243840"/>
            <a:ext cx="9532501" cy="885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837" y="1219196"/>
            <a:ext cx="9532501" cy="2905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9837" y="4244924"/>
            <a:ext cx="2486739" cy="243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DD58C-8FC9-49F4-B4DD-8BEC63D013CB}" type="datetimeFigureOut">
              <a:rPr lang="ko-KR" altLang="en-US" smtClean="0"/>
              <a:t>2024-11-07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61033" y="4244924"/>
            <a:ext cx="3730109" cy="243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5599" y="4244924"/>
            <a:ext cx="2486739" cy="243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3ACDA-6359-4B6E-84B8-599AAF3E76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44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10636" rtl="0" eaLnBrk="1" latinLnBrk="1" hangingPunct="1">
        <a:lnSpc>
          <a:spcPct val="90000"/>
        </a:lnSpc>
        <a:spcBef>
          <a:spcPct val="0"/>
        </a:spcBef>
        <a:buNone/>
        <a:defRPr sz="29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659" indent="-152659" algn="l" defTabSz="610636" rtl="0" eaLnBrk="1" latinLnBrk="1" hangingPunct="1">
        <a:lnSpc>
          <a:spcPct val="90000"/>
        </a:lnSpc>
        <a:spcBef>
          <a:spcPts val="668"/>
        </a:spcBef>
        <a:buFont typeface="Arial" panose="020B0604020202020204" pitchFamily="34" charset="0"/>
        <a:buChar char="•"/>
        <a:defRPr sz="1870" kern="1200">
          <a:solidFill>
            <a:schemeClr val="tx1"/>
          </a:solidFill>
          <a:latin typeface="+mn-lt"/>
          <a:ea typeface="+mn-ea"/>
          <a:cs typeface="+mn-cs"/>
        </a:defRPr>
      </a:lvl1pPr>
      <a:lvl2pPr marL="457977" indent="-152659" algn="l" defTabSz="610636" rtl="0" eaLnBrk="1" latinLnBrk="1" hangingPunct="1">
        <a:lnSpc>
          <a:spcPct val="90000"/>
        </a:lnSpc>
        <a:spcBef>
          <a:spcPts val="334"/>
        </a:spcBef>
        <a:buFont typeface="Arial" panose="020B0604020202020204" pitchFamily="34" charset="0"/>
        <a:buChar char="•"/>
        <a:defRPr sz="1603" kern="1200">
          <a:solidFill>
            <a:schemeClr val="tx1"/>
          </a:solidFill>
          <a:latin typeface="+mn-lt"/>
          <a:ea typeface="+mn-ea"/>
          <a:cs typeface="+mn-cs"/>
        </a:defRPr>
      </a:lvl2pPr>
      <a:lvl3pPr marL="763295" indent="-152659" algn="l" defTabSz="610636" rtl="0" eaLnBrk="1" latinLnBrk="1" hangingPunct="1">
        <a:lnSpc>
          <a:spcPct val="90000"/>
        </a:lnSpc>
        <a:spcBef>
          <a:spcPts val="334"/>
        </a:spcBef>
        <a:buFont typeface="Arial" panose="020B0604020202020204" pitchFamily="34" charset="0"/>
        <a:buChar char="•"/>
        <a:defRPr sz="1336" kern="1200">
          <a:solidFill>
            <a:schemeClr val="tx1"/>
          </a:solidFill>
          <a:latin typeface="+mn-lt"/>
          <a:ea typeface="+mn-ea"/>
          <a:cs typeface="+mn-cs"/>
        </a:defRPr>
      </a:lvl3pPr>
      <a:lvl4pPr marL="1068614" indent="-152659" algn="l" defTabSz="610636" rtl="0" eaLnBrk="1" latinLnBrk="1" hangingPunct="1">
        <a:lnSpc>
          <a:spcPct val="90000"/>
        </a:lnSpc>
        <a:spcBef>
          <a:spcPts val="334"/>
        </a:spcBef>
        <a:buFont typeface="Arial" panose="020B0604020202020204" pitchFamily="34" charset="0"/>
        <a:buChar char="•"/>
        <a:defRPr sz="1202" kern="1200">
          <a:solidFill>
            <a:schemeClr val="tx1"/>
          </a:solidFill>
          <a:latin typeface="+mn-lt"/>
          <a:ea typeface="+mn-ea"/>
          <a:cs typeface="+mn-cs"/>
        </a:defRPr>
      </a:lvl4pPr>
      <a:lvl5pPr marL="1373932" indent="-152659" algn="l" defTabSz="610636" rtl="0" eaLnBrk="1" latinLnBrk="1" hangingPunct="1">
        <a:lnSpc>
          <a:spcPct val="90000"/>
        </a:lnSpc>
        <a:spcBef>
          <a:spcPts val="334"/>
        </a:spcBef>
        <a:buFont typeface="Arial" panose="020B0604020202020204" pitchFamily="34" charset="0"/>
        <a:buChar char="•"/>
        <a:defRPr sz="1202" kern="1200">
          <a:solidFill>
            <a:schemeClr val="tx1"/>
          </a:solidFill>
          <a:latin typeface="+mn-lt"/>
          <a:ea typeface="+mn-ea"/>
          <a:cs typeface="+mn-cs"/>
        </a:defRPr>
      </a:lvl5pPr>
      <a:lvl6pPr marL="1679250" indent="-152659" algn="l" defTabSz="610636" rtl="0" eaLnBrk="1" latinLnBrk="1" hangingPunct="1">
        <a:lnSpc>
          <a:spcPct val="90000"/>
        </a:lnSpc>
        <a:spcBef>
          <a:spcPts val="334"/>
        </a:spcBef>
        <a:buFont typeface="Arial" panose="020B0604020202020204" pitchFamily="34" charset="0"/>
        <a:buChar char="•"/>
        <a:defRPr sz="1202" kern="1200">
          <a:solidFill>
            <a:schemeClr val="tx1"/>
          </a:solidFill>
          <a:latin typeface="+mn-lt"/>
          <a:ea typeface="+mn-ea"/>
          <a:cs typeface="+mn-cs"/>
        </a:defRPr>
      </a:lvl6pPr>
      <a:lvl7pPr marL="1984568" indent="-152659" algn="l" defTabSz="610636" rtl="0" eaLnBrk="1" latinLnBrk="1" hangingPunct="1">
        <a:lnSpc>
          <a:spcPct val="90000"/>
        </a:lnSpc>
        <a:spcBef>
          <a:spcPts val="334"/>
        </a:spcBef>
        <a:buFont typeface="Arial" panose="020B0604020202020204" pitchFamily="34" charset="0"/>
        <a:buChar char="•"/>
        <a:defRPr sz="1202" kern="1200">
          <a:solidFill>
            <a:schemeClr val="tx1"/>
          </a:solidFill>
          <a:latin typeface="+mn-lt"/>
          <a:ea typeface="+mn-ea"/>
          <a:cs typeface="+mn-cs"/>
        </a:defRPr>
      </a:lvl7pPr>
      <a:lvl8pPr marL="2289886" indent="-152659" algn="l" defTabSz="610636" rtl="0" eaLnBrk="1" latinLnBrk="1" hangingPunct="1">
        <a:lnSpc>
          <a:spcPct val="90000"/>
        </a:lnSpc>
        <a:spcBef>
          <a:spcPts val="334"/>
        </a:spcBef>
        <a:buFont typeface="Arial" panose="020B0604020202020204" pitchFamily="34" charset="0"/>
        <a:buChar char="•"/>
        <a:defRPr sz="1202" kern="1200">
          <a:solidFill>
            <a:schemeClr val="tx1"/>
          </a:solidFill>
          <a:latin typeface="+mn-lt"/>
          <a:ea typeface="+mn-ea"/>
          <a:cs typeface="+mn-cs"/>
        </a:defRPr>
      </a:lvl8pPr>
      <a:lvl9pPr marL="2595204" indent="-152659" algn="l" defTabSz="610636" rtl="0" eaLnBrk="1" latinLnBrk="1" hangingPunct="1">
        <a:lnSpc>
          <a:spcPct val="90000"/>
        </a:lnSpc>
        <a:spcBef>
          <a:spcPts val="334"/>
        </a:spcBef>
        <a:buFont typeface="Arial" panose="020B0604020202020204" pitchFamily="34" charset="0"/>
        <a:buChar char="•"/>
        <a:defRPr sz="12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0636" rtl="0" eaLnBrk="1" latinLnBrk="1" hangingPunct="1">
        <a:defRPr sz="1202" kern="1200">
          <a:solidFill>
            <a:schemeClr val="tx1"/>
          </a:solidFill>
          <a:latin typeface="+mn-lt"/>
          <a:ea typeface="+mn-ea"/>
          <a:cs typeface="+mn-cs"/>
        </a:defRPr>
      </a:lvl1pPr>
      <a:lvl2pPr marL="305318" algn="l" defTabSz="610636" rtl="0" eaLnBrk="1" latinLnBrk="1" hangingPunct="1">
        <a:defRPr sz="1202" kern="1200">
          <a:solidFill>
            <a:schemeClr val="tx1"/>
          </a:solidFill>
          <a:latin typeface="+mn-lt"/>
          <a:ea typeface="+mn-ea"/>
          <a:cs typeface="+mn-cs"/>
        </a:defRPr>
      </a:lvl2pPr>
      <a:lvl3pPr marL="610636" algn="l" defTabSz="610636" rtl="0" eaLnBrk="1" latinLnBrk="1" hangingPunct="1">
        <a:defRPr sz="1202" kern="1200">
          <a:solidFill>
            <a:schemeClr val="tx1"/>
          </a:solidFill>
          <a:latin typeface="+mn-lt"/>
          <a:ea typeface="+mn-ea"/>
          <a:cs typeface="+mn-cs"/>
        </a:defRPr>
      </a:lvl3pPr>
      <a:lvl4pPr marL="915954" algn="l" defTabSz="610636" rtl="0" eaLnBrk="1" latinLnBrk="1" hangingPunct="1">
        <a:defRPr sz="1202" kern="1200">
          <a:solidFill>
            <a:schemeClr val="tx1"/>
          </a:solidFill>
          <a:latin typeface="+mn-lt"/>
          <a:ea typeface="+mn-ea"/>
          <a:cs typeface="+mn-cs"/>
        </a:defRPr>
      </a:lvl4pPr>
      <a:lvl5pPr marL="1221273" algn="l" defTabSz="610636" rtl="0" eaLnBrk="1" latinLnBrk="1" hangingPunct="1">
        <a:defRPr sz="1202" kern="1200">
          <a:solidFill>
            <a:schemeClr val="tx1"/>
          </a:solidFill>
          <a:latin typeface="+mn-lt"/>
          <a:ea typeface="+mn-ea"/>
          <a:cs typeface="+mn-cs"/>
        </a:defRPr>
      </a:lvl5pPr>
      <a:lvl6pPr marL="1526591" algn="l" defTabSz="610636" rtl="0" eaLnBrk="1" latinLnBrk="1" hangingPunct="1">
        <a:defRPr sz="1202" kern="1200">
          <a:solidFill>
            <a:schemeClr val="tx1"/>
          </a:solidFill>
          <a:latin typeface="+mn-lt"/>
          <a:ea typeface="+mn-ea"/>
          <a:cs typeface="+mn-cs"/>
        </a:defRPr>
      </a:lvl6pPr>
      <a:lvl7pPr marL="1831909" algn="l" defTabSz="610636" rtl="0" eaLnBrk="1" latinLnBrk="1" hangingPunct="1">
        <a:defRPr sz="1202" kern="1200">
          <a:solidFill>
            <a:schemeClr val="tx1"/>
          </a:solidFill>
          <a:latin typeface="+mn-lt"/>
          <a:ea typeface="+mn-ea"/>
          <a:cs typeface="+mn-cs"/>
        </a:defRPr>
      </a:lvl7pPr>
      <a:lvl8pPr marL="2137227" algn="l" defTabSz="610636" rtl="0" eaLnBrk="1" latinLnBrk="1" hangingPunct="1">
        <a:defRPr sz="1202" kern="1200">
          <a:solidFill>
            <a:schemeClr val="tx1"/>
          </a:solidFill>
          <a:latin typeface="+mn-lt"/>
          <a:ea typeface="+mn-ea"/>
          <a:cs typeface="+mn-cs"/>
        </a:defRPr>
      </a:lvl8pPr>
      <a:lvl9pPr marL="2442545" algn="l" defTabSz="610636" rtl="0" eaLnBrk="1" latinLnBrk="1" hangingPunct="1">
        <a:defRPr sz="12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429EEBC7-45A5-4863-81D0-54F9B3C2B61C}"/>
              </a:ext>
            </a:extLst>
          </p:cNvPr>
          <p:cNvGrpSpPr/>
          <p:nvPr/>
        </p:nvGrpSpPr>
        <p:grpSpPr>
          <a:xfrm>
            <a:off x="-59332" y="52060"/>
            <a:ext cx="11027879" cy="4527878"/>
            <a:chOff x="327701" y="178730"/>
            <a:chExt cx="11027879" cy="452787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AF3A14C-0F9E-4117-91E8-5CC1BE418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412" y="178730"/>
              <a:ext cx="2068240" cy="2068240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427882A-D4AB-469F-B62E-51CF1138A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412" y="2318729"/>
              <a:ext cx="2068240" cy="206824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7614FF5-6A2A-4A70-8906-9870DAE3E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7341" y="178730"/>
              <a:ext cx="4208239" cy="4208239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BD50DCB-A13E-4935-A3F8-8FE9FBCB5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72877" y="178730"/>
              <a:ext cx="4208239" cy="420823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0954A1D-64BA-45D5-920F-8D4D1067411D}"/>
                </a:ext>
              </a:extLst>
            </p:cNvPr>
            <p:cNvSpPr txBox="1"/>
            <p:nvPr/>
          </p:nvSpPr>
          <p:spPr>
            <a:xfrm rot="16200000">
              <a:off x="48939" y="1053029"/>
              <a:ext cx="877163" cy="319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latin typeface="Times New Roman" panose="02020603050405020304" pitchFamily="18" charset="0"/>
                  <a:cs typeface="Times New Roman" panose="02020603050405020304" pitchFamily="18" charset="0"/>
                </a:rPr>
                <a:t>Structure</a:t>
              </a:r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18949E8-656E-4F9A-B283-6C39629C77D8}"/>
                </a:ext>
              </a:extLst>
            </p:cNvPr>
            <p:cNvSpPr txBox="1"/>
            <p:nvPr/>
          </p:nvSpPr>
          <p:spPr>
            <a:xfrm rot="16200000">
              <a:off x="-54455" y="3193029"/>
              <a:ext cx="1083951" cy="319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latin typeface="Times New Roman" panose="02020603050405020304" pitchFamily="18" charset="0"/>
                  <a:cs typeface="Times New Roman" panose="02020603050405020304" pitchFamily="18" charset="0"/>
                </a:rPr>
                <a:t>Appearance</a:t>
              </a:r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15BCAE-1FCE-4EC5-ACA6-F16B1422E05B}"/>
                </a:ext>
              </a:extLst>
            </p:cNvPr>
            <p:cNvSpPr txBox="1"/>
            <p:nvPr/>
          </p:nvSpPr>
          <p:spPr>
            <a:xfrm>
              <a:off x="4294758" y="4386969"/>
              <a:ext cx="1149674" cy="319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latin typeface="Times New Roman" panose="02020603050405020304" pitchFamily="18" charset="0"/>
                  <a:cs typeface="Times New Roman" panose="02020603050405020304" pitchFamily="18" charset="0"/>
                </a:rPr>
                <a:t>Cross-Image</a:t>
              </a:r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ACA7A1-D162-4887-B86E-7B2BAA55BA3D}"/>
                </a:ext>
              </a:extLst>
            </p:cNvPr>
            <p:cNvSpPr txBox="1"/>
            <p:nvPr/>
          </p:nvSpPr>
          <p:spPr>
            <a:xfrm>
              <a:off x="8934706" y="4386969"/>
              <a:ext cx="551754" cy="3196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>
                  <a:latin typeface="Times New Roman" panose="02020603050405020304" pitchFamily="18" charset="0"/>
                  <a:cs typeface="Times New Roman" panose="02020603050405020304" pitchFamily="18" charset="0"/>
                </a:rPr>
                <a:t>Ours</a:t>
              </a:r>
              <a:endParaRPr lang="ko-KR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8203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4</Words>
  <Application>Microsoft Office PowerPoint</Application>
  <PresentationFormat>사용자 지정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Times New Roman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김남우(인공지능대학원)</dc:creator>
  <cp:lastModifiedBy>김남우(인공지능대학원)</cp:lastModifiedBy>
  <cp:revision>4</cp:revision>
  <dcterms:created xsi:type="dcterms:W3CDTF">2024-11-06T22:51:09Z</dcterms:created>
  <dcterms:modified xsi:type="dcterms:W3CDTF">2024-11-06T23:37:12Z</dcterms:modified>
</cp:coreProperties>
</file>