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B1169-40B7-2DC6-D93B-90CFD8EE4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20A09F-C664-B094-E4F5-496E6442A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60FDA-0CAF-6A66-83BA-50848D834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DCD375-5940-1BCC-DFC5-A9FC0A5E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5F3D1-BDE4-F310-DEAC-631E188B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79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F232B-84DB-0689-E061-A6C98355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75913-097B-F486-B202-19B0539CB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EB49E9-44CD-9511-8704-605A790D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11DE57-2829-D6E3-CEBE-4023D736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B07EC-9F93-5CCE-3C33-25FEF428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4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08097-ED8C-2AA6-8E9B-9999923E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8D7EA-A81C-73F4-9CE8-827CC311B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6FA01C-8434-0483-5FAF-02DAB130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3779AF-F53B-E4E2-E53F-A9F89669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2A8DB-0D8F-F885-DE26-0BBF67D7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26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EE858-6222-DE0C-4136-D591CBDB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7614B-3C33-76FA-F8BD-2CE7CCA65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A2B292-071B-BC1B-07BA-4050C5E4F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368CD-285A-E124-397C-6E6B3B23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BBD348-FC89-7557-C791-537532B3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6721D-07D9-2392-90D0-5AA39CAB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78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14265-BD08-83C5-DC75-CCC4CE9B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0FB9FE-6017-012C-5E5B-63596EC9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C1C623-24FF-4491-AE64-EB33BB3BD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91F881-99F2-418E-A679-978E8F7B1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56FC31-2EB1-8FBF-46BF-047F4A28E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F74416-20D7-DD83-32F1-856FBAAC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D1256C-A33D-A8CC-AE25-FB4AC72C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8A3A78-6714-0F8B-C01C-35376937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4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5DCD-DCAD-64D5-1858-355C3AA0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9B1CB1-537B-C727-C13D-A46B7004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6A682A-D79E-0571-F395-D74BE790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783ABB-CF20-31CA-147E-73F572F4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7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5CEB12-2AEB-08E8-EF2F-17AC2223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11D84D-37F1-C425-C90B-277E8BE1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277E0-8D5D-385B-0E3F-F505F685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92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37E60-52DF-8FB5-5A95-4609553F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DBC8-94C2-E9B8-2AED-B701419E7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76ADE9-61B4-EC68-B44C-BEC11A1CC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7680CE-5FFB-92D6-500F-85F80F49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CF720-0EAC-9173-C1C3-B763AFBE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A6F2E3-4AD8-BA01-D020-657B1D0B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6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15D1F-B7FD-4E05-D091-DD3314F0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EB0153-79D5-7AF0-9FB5-4323203E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CE6040-D60B-0CBC-C4E2-36A342F26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3FCB82-6594-5D93-35F7-557E9E3D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48AC60-EB58-4E94-C4F0-2FA36D8B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99924F-A30B-2491-AD39-878F1C07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39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8124E-A576-1A5C-86D4-90E1810B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12172F-F1EE-C9C4-10B1-CAB68DC29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13707-4BD2-4E20-D276-178BF5A8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5C13E4-D030-4A31-74B1-7454602E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34A25D-662D-39EF-9EE3-BAD8F852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861B2B-549E-B830-772A-2B68E48F2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4C403B-1DF5-9971-940F-9B81E78D4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9F1CD-8FCF-5DE1-BE55-0FF47F15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03645-35E0-090C-6A32-BD2F3942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F8FDC9-96A1-79B1-2D11-6D892D9F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00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CAE59E-3F14-2B1D-DDB3-3DE9454E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6A60C-FBAA-476A-D6AE-13CE6696C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5263A-864F-CAAE-1DA5-3B8D4BDDD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FFEC5-4904-47C7-ADF9-0DAE1F89D275}" type="datetimeFigureOut">
              <a:rPr lang="ko-KR" altLang="en-US" smtClean="0"/>
              <a:t>2025-03-08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9FC4DE-6A33-C3CE-4D7E-EBD98EE8B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9E4CBE-386B-687F-F4C2-E16626F76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E561-AAAC-469C-97A3-3B2C822367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75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29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(학생) 김남우 (경영학부)</dc:creator>
  <cp:lastModifiedBy>(학생) 김남우 (경영학부)</cp:lastModifiedBy>
  <cp:revision>1</cp:revision>
  <dcterms:created xsi:type="dcterms:W3CDTF">2025-03-07T17:48:32Z</dcterms:created>
  <dcterms:modified xsi:type="dcterms:W3CDTF">2025-03-07T17:53:15Z</dcterms:modified>
</cp:coreProperties>
</file>