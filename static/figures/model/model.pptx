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4" r:id="rId2"/>
    <p:sldId id="266" r:id="rId3"/>
    <p:sldId id="265" r:id="rId4"/>
    <p:sldId id="267" r:id="rId5"/>
  </p:sldIdLst>
  <p:sldSz cx="252015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4"/>
    <a:srgbClr val="BDD7EE"/>
    <a:srgbClr val="F8CBAD"/>
    <a:srgbClr val="FFD966"/>
    <a:srgbClr val="ECECEC"/>
    <a:srgbClr val="00B050"/>
    <a:srgbClr val="FCF2CD"/>
    <a:srgbClr val="F7CC9B"/>
    <a:srgbClr val="D8E7D4"/>
    <a:srgbClr val="5C8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0" autoAdjust="0"/>
    <p:restoredTop sz="90983" autoAdjust="0"/>
  </p:normalViewPr>
  <p:slideViewPr>
    <p:cSldViewPr snapToGrid="0">
      <p:cViewPr>
        <p:scale>
          <a:sx n="75" d="100"/>
          <a:sy n="75" d="100"/>
        </p:scale>
        <p:origin x="73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50196" y="1767462"/>
            <a:ext cx="18901172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0196" y="5672376"/>
            <a:ext cx="18901172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4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728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482" y="2692442"/>
            <a:ext cx="21736348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482" y="7227343"/>
            <a:ext cx="21736348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675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608" y="2874937"/>
            <a:ext cx="10710664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8291" y="2874937"/>
            <a:ext cx="10710664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914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90" y="574988"/>
            <a:ext cx="21736348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891" y="2647443"/>
            <a:ext cx="1066144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891" y="3944914"/>
            <a:ext cx="10661441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8291" y="2647443"/>
            <a:ext cx="10713947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8291" y="3944914"/>
            <a:ext cx="10713947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31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7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99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91" y="719984"/>
            <a:ext cx="8128159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947" y="1554966"/>
            <a:ext cx="12758291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891" y="3239929"/>
            <a:ext cx="812815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71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91" y="719984"/>
            <a:ext cx="8128159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947" y="1554966"/>
            <a:ext cx="12758291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891" y="3239929"/>
            <a:ext cx="812815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06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502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4869" y="574987"/>
            <a:ext cx="5434087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607" y="574987"/>
            <a:ext cx="15987242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75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608" y="574988"/>
            <a:ext cx="21736348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608" y="2874937"/>
            <a:ext cx="21736348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607" y="10009781"/>
            <a:ext cx="567035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3ECB8-3E4D-41BC-82E2-28F76616F78B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8018" y="10009781"/>
            <a:ext cx="850552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8604" y="10009781"/>
            <a:ext cx="567035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1EEEF-E7EC-4771-8B08-A55BD2070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95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439997" rtl="0" eaLnBrk="1" latinLnBrk="1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jp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6.png"/><Relationship Id="rId3" Type="http://schemas.openxmlformats.org/officeDocument/2006/relationships/image" Target="../media/image34.png"/><Relationship Id="rId21" Type="http://schemas.openxmlformats.org/officeDocument/2006/relationships/image" Target="../media/image51.png"/><Relationship Id="rId34" Type="http://schemas.openxmlformats.org/officeDocument/2006/relationships/image" Target="../media/image6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32.jp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0.png"/><Relationship Id="rId26" Type="http://schemas.openxmlformats.org/officeDocument/2006/relationships/image" Target="../media/image85.png"/><Relationship Id="rId3" Type="http://schemas.openxmlformats.org/officeDocument/2006/relationships/image" Target="../media/image66.png"/><Relationship Id="rId21" Type="http://schemas.openxmlformats.org/officeDocument/2006/relationships/image" Target="../media/image82.png"/><Relationship Id="rId34" Type="http://schemas.openxmlformats.org/officeDocument/2006/relationships/image" Target="../media/image90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79.png"/><Relationship Id="rId25" Type="http://schemas.openxmlformats.org/officeDocument/2006/relationships/image" Target="../media/image84.png"/><Relationship Id="rId33" Type="http://schemas.openxmlformats.org/officeDocument/2006/relationships/image" Target="../media/image89.png"/><Relationship Id="rId2" Type="http://schemas.openxmlformats.org/officeDocument/2006/relationships/image" Target="../media/image65.png"/><Relationship Id="rId16" Type="http://schemas.openxmlformats.org/officeDocument/2006/relationships/image" Target="../media/image48.png"/><Relationship Id="rId20" Type="http://schemas.openxmlformats.org/officeDocument/2006/relationships/image" Target="../media/image81.png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3.png"/><Relationship Id="rId32" Type="http://schemas.openxmlformats.org/officeDocument/2006/relationships/image" Target="../media/image64.png"/><Relationship Id="rId37" Type="http://schemas.openxmlformats.org/officeDocument/2006/relationships/image" Target="../media/image93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54.png"/><Relationship Id="rId28" Type="http://schemas.openxmlformats.org/officeDocument/2006/relationships/image" Target="../media/image87.png"/><Relationship Id="rId36" Type="http://schemas.openxmlformats.org/officeDocument/2006/relationships/image" Target="../media/image92.png"/><Relationship Id="rId10" Type="http://schemas.openxmlformats.org/officeDocument/2006/relationships/image" Target="../media/image73.png"/><Relationship Id="rId19" Type="http://schemas.openxmlformats.org/officeDocument/2006/relationships/image" Target="../media/image32.jpg"/><Relationship Id="rId31" Type="http://schemas.openxmlformats.org/officeDocument/2006/relationships/image" Target="../media/image6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53.png"/><Relationship Id="rId27" Type="http://schemas.openxmlformats.org/officeDocument/2006/relationships/image" Target="../media/image86.png"/><Relationship Id="rId30" Type="http://schemas.openxmlformats.org/officeDocument/2006/relationships/image" Target="../media/image62.png"/><Relationship Id="rId35" Type="http://schemas.openxmlformats.org/officeDocument/2006/relationships/image" Target="../media/image9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08.png"/><Relationship Id="rId26" Type="http://schemas.openxmlformats.org/officeDocument/2006/relationships/image" Target="../media/image113.png"/><Relationship Id="rId39" Type="http://schemas.openxmlformats.org/officeDocument/2006/relationships/image" Target="../media/image119.png"/><Relationship Id="rId3" Type="http://schemas.openxmlformats.org/officeDocument/2006/relationships/image" Target="../media/image95.png"/><Relationship Id="rId21" Type="http://schemas.openxmlformats.org/officeDocument/2006/relationships/image" Target="../media/image110.png"/><Relationship Id="rId34" Type="http://schemas.openxmlformats.org/officeDocument/2006/relationships/image" Target="../media/image90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7.png"/><Relationship Id="rId25" Type="http://schemas.openxmlformats.org/officeDocument/2006/relationships/image" Target="../media/image112.png"/><Relationship Id="rId33" Type="http://schemas.openxmlformats.org/officeDocument/2006/relationships/image" Target="../media/image89.png"/><Relationship Id="rId38" Type="http://schemas.openxmlformats.org/officeDocument/2006/relationships/image" Target="../media/image118.png"/><Relationship Id="rId2" Type="http://schemas.openxmlformats.org/officeDocument/2006/relationships/image" Target="../media/image94.png"/><Relationship Id="rId16" Type="http://schemas.openxmlformats.org/officeDocument/2006/relationships/image" Target="../media/image48.png"/><Relationship Id="rId20" Type="http://schemas.openxmlformats.org/officeDocument/2006/relationships/image" Target="../media/image109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1.png"/><Relationship Id="rId37" Type="http://schemas.openxmlformats.org/officeDocument/2006/relationships/image" Target="../media/image93.png"/><Relationship Id="rId5" Type="http://schemas.openxmlformats.org/officeDocument/2006/relationships/image" Target="../media/image97.png"/><Relationship Id="rId23" Type="http://schemas.openxmlformats.org/officeDocument/2006/relationships/image" Target="../media/image54.png"/><Relationship Id="rId28" Type="http://schemas.openxmlformats.org/officeDocument/2006/relationships/image" Target="../media/image115.png"/><Relationship Id="rId36" Type="http://schemas.openxmlformats.org/officeDocument/2006/relationships/image" Target="../media/image117.png"/><Relationship Id="rId10" Type="http://schemas.openxmlformats.org/officeDocument/2006/relationships/image" Target="../media/image102.png"/><Relationship Id="rId19" Type="http://schemas.openxmlformats.org/officeDocument/2006/relationships/image" Target="../media/image32.jpg"/><Relationship Id="rId31" Type="http://schemas.openxmlformats.org/officeDocument/2006/relationships/image" Target="../media/image64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53.png"/><Relationship Id="rId27" Type="http://schemas.openxmlformats.org/officeDocument/2006/relationships/image" Target="../media/image114.png"/><Relationship Id="rId30" Type="http://schemas.openxmlformats.org/officeDocument/2006/relationships/image" Target="../media/image63.png"/><Relationship Id="rId35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직사각형 345"/>
          <p:cNvSpPr/>
          <p:nvPr/>
        </p:nvSpPr>
        <p:spPr>
          <a:xfrm>
            <a:off x="9151511" y="1761459"/>
            <a:ext cx="9219129" cy="717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4" name="직사각형 333"/>
          <p:cNvSpPr/>
          <p:nvPr/>
        </p:nvSpPr>
        <p:spPr>
          <a:xfrm>
            <a:off x="11744125" y="3233483"/>
            <a:ext cx="1447009" cy="1719612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6133439" y="2481127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52" name="사다리꼴 251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5400000">
            <a:off x="4503697" y="2577609"/>
            <a:ext cx="2502005" cy="645669"/>
          </a:xfrm>
          <a:prstGeom prst="trapezoid">
            <a:avLst>
              <a:gd name="adj" fmla="val 12744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/>
              <p:cNvSpPr/>
              <p:nvPr/>
            </p:nvSpPr>
            <p:spPr>
              <a:xfrm>
                <a:off x="1841889" y="2438378"/>
                <a:ext cx="1064843" cy="6957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3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app</m:t>
                          </m:r>
                        </m:sub>
                      </m:sSub>
                    </m:oMath>
                  </m:oMathPara>
                </a14:m>
                <a:endParaRPr lang="ko-KR" altLang="en-US" sz="3600"/>
              </a:p>
            </p:txBody>
          </p:sp>
        </mc:Choice>
        <mc:Fallback xmlns=""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889" y="2438378"/>
                <a:ext cx="1064843" cy="6957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직선 화살표 연결선 152"/>
          <p:cNvCxnSpPr/>
          <p:nvPr/>
        </p:nvCxnSpPr>
        <p:spPr>
          <a:xfrm flipV="1">
            <a:off x="11252166" y="2889101"/>
            <a:ext cx="651807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사다리꼴 165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5400000">
            <a:off x="9983316" y="2782077"/>
            <a:ext cx="817764" cy="215864"/>
          </a:xfrm>
          <a:prstGeom prst="trapezoid">
            <a:avLst>
              <a:gd name="adj" fmla="val 110694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177" name="사다리꼴 176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0376034" y="2805009"/>
            <a:ext cx="468000" cy="168184"/>
          </a:xfrm>
          <a:prstGeom prst="trapezoid">
            <a:avLst>
              <a:gd name="adj" fmla="val 4123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186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44161" y="1886753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11578069" y="2106836"/>
            <a:ext cx="0" cy="1566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/>
          <p:nvPr/>
        </p:nvCxnSpPr>
        <p:spPr>
          <a:xfrm>
            <a:off x="11571077" y="2120753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/>
          <p:cNvCxnSpPr/>
          <p:nvPr/>
        </p:nvCxnSpPr>
        <p:spPr>
          <a:xfrm>
            <a:off x="11578069" y="3659041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직사각형 202"/>
              <p:cNvSpPr/>
              <p:nvPr/>
            </p:nvSpPr>
            <p:spPr>
              <a:xfrm>
                <a:off x="6126150" y="2641190"/>
                <a:ext cx="866006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03" name="직사각형 2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150" y="2641190"/>
                <a:ext cx="866006" cy="497637"/>
              </a:xfrm>
              <a:prstGeom prst="rect">
                <a:avLst/>
              </a:prstGeom>
              <a:blipFill>
                <a:blip r:embed="rId3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직선 화살표 연결선 207"/>
          <p:cNvCxnSpPr/>
          <p:nvPr/>
        </p:nvCxnSpPr>
        <p:spPr>
          <a:xfrm flipV="1">
            <a:off x="6967975" y="2890003"/>
            <a:ext cx="651807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9425549" y="2481127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직사각형 223"/>
              <p:cNvSpPr/>
              <p:nvPr/>
            </p:nvSpPr>
            <p:spPr>
              <a:xfrm>
                <a:off x="9418260" y="2641190"/>
                <a:ext cx="866006" cy="493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24" name="직사각형 2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260" y="2641190"/>
                <a:ext cx="866006" cy="493148"/>
              </a:xfrm>
              <a:prstGeom prst="rect">
                <a:avLst/>
              </a:prstGeom>
              <a:blipFill>
                <a:blip r:embed="rId4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0743978" y="2655100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직사각형 271"/>
              <p:cNvSpPr/>
              <p:nvPr/>
            </p:nvSpPr>
            <p:spPr>
              <a:xfrm>
                <a:off x="11860058" y="1926270"/>
                <a:ext cx="656526" cy="3575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72" name="직사각형 2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0058" y="1926270"/>
                <a:ext cx="656526" cy="357534"/>
              </a:xfrm>
              <a:prstGeom prst="rect">
                <a:avLst/>
              </a:prstGeom>
              <a:blipFill>
                <a:blip r:embed="rId5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44161" y="2655101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직사각형 273"/>
              <p:cNvSpPr/>
              <p:nvPr/>
            </p:nvSpPr>
            <p:spPr>
              <a:xfrm>
                <a:off x="11861647" y="2690285"/>
                <a:ext cx="649857" cy="3575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74" name="직사각형 2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1647" y="2690285"/>
                <a:ext cx="649857" cy="357534"/>
              </a:xfrm>
              <a:prstGeom prst="rect">
                <a:avLst/>
              </a:prstGeom>
              <a:blipFill>
                <a:blip r:embed="rId6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44161" y="342856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직사각형 275"/>
              <p:cNvSpPr/>
              <p:nvPr/>
            </p:nvSpPr>
            <p:spPr>
              <a:xfrm>
                <a:off x="11917996" y="3483802"/>
                <a:ext cx="467557" cy="3575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76" name="직사각형 2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7996" y="3483802"/>
                <a:ext cx="467557" cy="357534"/>
              </a:xfrm>
              <a:prstGeom prst="rect">
                <a:avLst/>
              </a:prstGeom>
              <a:blipFill>
                <a:blip r:embed="rId7"/>
                <a:stretch>
                  <a:fillRect r="-6494" b="-33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직사각형 276"/>
              <p:cNvSpPr/>
              <p:nvPr/>
            </p:nvSpPr>
            <p:spPr>
              <a:xfrm>
                <a:off x="10695691" y="2694618"/>
                <a:ext cx="595741" cy="3575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77" name="직사각형 2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691" y="2694618"/>
                <a:ext cx="595741" cy="357534"/>
              </a:xfrm>
              <a:prstGeom prst="rect">
                <a:avLst/>
              </a:prstGeom>
              <a:blipFill>
                <a:blip r:embed="rId8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6133439" y="7369033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284" name="직선 화살표 연결선 283"/>
          <p:cNvCxnSpPr/>
          <p:nvPr/>
        </p:nvCxnSpPr>
        <p:spPr>
          <a:xfrm flipV="1">
            <a:off x="11252166" y="7777007"/>
            <a:ext cx="651807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사다리꼴 284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5400000">
            <a:off x="9983316" y="7669983"/>
            <a:ext cx="817764" cy="215864"/>
          </a:xfrm>
          <a:prstGeom prst="trapezoid">
            <a:avLst>
              <a:gd name="adj" fmla="val 110694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286" name="사다리꼴 285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0376034" y="7692915"/>
            <a:ext cx="468000" cy="168184"/>
          </a:xfrm>
          <a:prstGeom prst="trapezoid">
            <a:avLst>
              <a:gd name="adj" fmla="val 4123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287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39081" y="677465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288" name="직선 연결선 287"/>
          <p:cNvCxnSpPr/>
          <p:nvPr/>
        </p:nvCxnSpPr>
        <p:spPr>
          <a:xfrm>
            <a:off x="11578069" y="6994742"/>
            <a:ext cx="0" cy="1566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/>
          <p:cNvCxnSpPr/>
          <p:nvPr/>
        </p:nvCxnSpPr>
        <p:spPr>
          <a:xfrm>
            <a:off x="11571077" y="7008659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화살표 연결선 289"/>
          <p:cNvCxnSpPr/>
          <p:nvPr/>
        </p:nvCxnSpPr>
        <p:spPr>
          <a:xfrm>
            <a:off x="11578069" y="8546947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직사각형 290"/>
              <p:cNvSpPr/>
              <p:nvPr/>
            </p:nvSpPr>
            <p:spPr>
              <a:xfrm>
                <a:off x="6126150" y="7529096"/>
                <a:ext cx="774186" cy="4664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91" name="직사각형 2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150" y="7529096"/>
                <a:ext cx="774186" cy="466474"/>
              </a:xfrm>
              <a:prstGeom prst="rect">
                <a:avLst/>
              </a:prstGeom>
              <a:blipFill>
                <a:blip r:embed="rId9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2" name="직선 화살표 연결선 291"/>
          <p:cNvCxnSpPr/>
          <p:nvPr/>
        </p:nvCxnSpPr>
        <p:spPr>
          <a:xfrm flipV="1">
            <a:off x="6967975" y="7777909"/>
            <a:ext cx="651807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9425549" y="7369033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직사각형 293"/>
              <p:cNvSpPr/>
              <p:nvPr/>
            </p:nvSpPr>
            <p:spPr>
              <a:xfrm>
                <a:off x="9469060" y="7534176"/>
                <a:ext cx="7741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94" name="직사각형 2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9060" y="7534176"/>
                <a:ext cx="774186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0743978" y="7543006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직사각형 295"/>
              <p:cNvSpPr/>
              <p:nvPr/>
            </p:nvSpPr>
            <p:spPr>
              <a:xfrm>
                <a:off x="11890538" y="6819256"/>
                <a:ext cx="59375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96" name="직사각형 2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0538" y="6819256"/>
                <a:ext cx="593752" cy="338554"/>
              </a:xfrm>
              <a:prstGeom prst="rect">
                <a:avLst/>
              </a:prstGeom>
              <a:blipFill>
                <a:blip r:embed="rId11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44161" y="7543007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직사각형 297"/>
              <p:cNvSpPr/>
              <p:nvPr/>
            </p:nvSpPr>
            <p:spPr>
              <a:xfrm>
                <a:off x="11895618" y="7592684"/>
                <a:ext cx="5870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298" name="직사각형 2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5618" y="7592684"/>
                <a:ext cx="587084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44161" y="8311354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직사각형 299"/>
              <p:cNvSpPr/>
              <p:nvPr/>
            </p:nvSpPr>
            <p:spPr>
              <a:xfrm>
                <a:off x="11915938" y="8366111"/>
                <a:ext cx="56182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00" name="직사각형 2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5938" y="8366111"/>
                <a:ext cx="561820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직사각형 300"/>
              <p:cNvSpPr/>
              <p:nvPr/>
            </p:nvSpPr>
            <p:spPr>
              <a:xfrm>
                <a:off x="10695691" y="7582524"/>
                <a:ext cx="54098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01" name="직사각형 3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691" y="7582524"/>
                <a:ext cx="540982" cy="338554"/>
              </a:xfrm>
              <a:prstGeom prst="rect">
                <a:avLst/>
              </a:prstGeom>
              <a:blipFill>
                <a:blip r:embed="rId1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2" name="직선 화살표 연결선 301"/>
          <p:cNvCxnSpPr/>
          <p:nvPr/>
        </p:nvCxnSpPr>
        <p:spPr>
          <a:xfrm flipV="1">
            <a:off x="11252166" y="5313247"/>
            <a:ext cx="651807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사다리꼴 302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5400000">
            <a:off x="9983316" y="5206223"/>
            <a:ext cx="817764" cy="215864"/>
          </a:xfrm>
          <a:prstGeom prst="trapezoid">
            <a:avLst>
              <a:gd name="adj" fmla="val 110694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304" name="사다리꼴 303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0376034" y="5229155"/>
            <a:ext cx="468000" cy="168184"/>
          </a:xfrm>
          <a:prstGeom prst="trapezoid">
            <a:avLst>
              <a:gd name="adj" fmla="val 4123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30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44161" y="432817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306" name="직선 연결선 305"/>
          <p:cNvCxnSpPr/>
          <p:nvPr/>
        </p:nvCxnSpPr>
        <p:spPr>
          <a:xfrm>
            <a:off x="11578069" y="4530982"/>
            <a:ext cx="0" cy="1566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화살표 연결선 306"/>
          <p:cNvCxnSpPr/>
          <p:nvPr/>
        </p:nvCxnSpPr>
        <p:spPr>
          <a:xfrm>
            <a:off x="11571077" y="4544899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화살표 연결선 307"/>
          <p:cNvCxnSpPr/>
          <p:nvPr/>
        </p:nvCxnSpPr>
        <p:spPr>
          <a:xfrm>
            <a:off x="11578069" y="6083187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9425549" y="4905273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직사각형 309"/>
              <p:cNvSpPr/>
              <p:nvPr/>
            </p:nvSpPr>
            <p:spPr>
              <a:xfrm>
                <a:off x="9428420" y="5065336"/>
                <a:ext cx="8243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10" name="직사각형 3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420" y="5065336"/>
                <a:ext cx="824392" cy="461665"/>
              </a:xfrm>
              <a:prstGeom prst="rect">
                <a:avLst/>
              </a:prstGeom>
              <a:blipFill>
                <a:blip r:embed="rId1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0743978" y="5079246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직사각형 311"/>
              <p:cNvSpPr/>
              <p:nvPr/>
            </p:nvSpPr>
            <p:spPr>
              <a:xfrm>
                <a:off x="11870218" y="4350416"/>
                <a:ext cx="62831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12" name="직사각형 3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0218" y="4350416"/>
                <a:ext cx="628314" cy="338554"/>
              </a:xfrm>
              <a:prstGeom prst="rect">
                <a:avLst/>
              </a:prstGeom>
              <a:blipFill>
                <a:blip r:embed="rId16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44161" y="5079247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직사각형 313"/>
              <p:cNvSpPr/>
              <p:nvPr/>
            </p:nvSpPr>
            <p:spPr>
              <a:xfrm>
                <a:off x="11875298" y="5123844"/>
                <a:ext cx="62164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14" name="직사각형 3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298" y="5123844"/>
                <a:ext cx="621645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944161" y="5847594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직사각형 315"/>
              <p:cNvSpPr/>
              <p:nvPr/>
            </p:nvSpPr>
            <p:spPr>
              <a:xfrm>
                <a:off x="11890538" y="5897271"/>
                <a:ext cx="59638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16" name="직사각형 3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0538" y="5897271"/>
                <a:ext cx="596382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직사각형 316"/>
              <p:cNvSpPr/>
              <p:nvPr/>
            </p:nvSpPr>
            <p:spPr>
              <a:xfrm>
                <a:off x="10695691" y="5118764"/>
                <a:ext cx="57554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17" name="직사각형 3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691" y="5118764"/>
                <a:ext cx="575542" cy="338554"/>
              </a:xfrm>
              <a:prstGeom prst="rect">
                <a:avLst/>
              </a:prstGeom>
              <a:blipFill>
                <a:blip r:embed="rId19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꺾인 연결선 24"/>
          <p:cNvCxnSpPr/>
          <p:nvPr/>
        </p:nvCxnSpPr>
        <p:spPr>
          <a:xfrm flipV="1">
            <a:off x="12442641" y="4020709"/>
            <a:ext cx="4598871" cy="29880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33"/>
          <p:cNvSpPr/>
          <p:nvPr/>
        </p:nvSpPr>
        <p:spPr>
          <a:xfrm>
            <a:off x="16285898" y="3345069"/>
            <a:ext cx="1521388" cy="635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Query-Query Alignment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1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5417556" y="342856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직사각형 321"/>
              <p:cNvSpPr/>
              <p:nvPr/>
            </p:nvSpPr>
            <p:spPr>
              <a:xfrm>
                <a:off x="15446211" y="3493292"/>
                <a:ext cx="41069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22" name="직사각형 3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6211" y="3493292"/>
                <a:ext cx="410690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3" name="직선 화살표 연결선 322"/>
          <p:cNvCxnSpPr/>
          <p:nvPr/>
        </p:nvCxnSpPr>
        <p:spPr>
          <a:xfrm flipH="1">
            <a:off x="15900796" y="3662569"/>
            <a:ext cx="3851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560065" y="342856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직사각형 327"/>
              <p:cNvSpPr/>
              <p:nvPr/>
            </p:nvSpPr>
            <p:spPr>
              <a:xfrm>
                <a:off x="12587743" y="3493292"/>
                <a:ext cx="46519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28" name="직사각형 3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7743" y="3493292"/>
                <a:ext cx="465192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9" name="꺾인 연결선 328"/>
          <p:cNvCxnSpPr/>
          <p:nvPr/>
        </p:nvCxnSpPr>
        <p:spPr>
          <a:xfrm>
            <a:off x="12441362" y="2868953"/>
            <a:ext cx="1772966" cy="4500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모서리가 둥근 직사각형 329"/>
          <p:cNvSpPr/>
          <p:nvPr/>
        </p:nvSpPr>
        <p:spPr>
          <a:xfrm>
            <a:off x="13458714" y="3345069"/>
            <a:ext cx="1521388" cy="635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Key</a:t>
            </a:r>
          </a:p>
          <a:p>
            <a:pPr algn="ctr"/>
            <a:r>
              <a:rPr lang="en-US" altLang="ko-KR">
                <a:solidFill>
                  <a:schemeClr val="tx1"/>
                </a:solidFill>
              </a:rPr>
              <a:t>Rearrange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31" name="직선 화살표 연결선 330"/>
          <p:cNvCxnSpPr/>
          <p:nvPr/>
        </p:nvCxnSpPr>
        <p:spPr>
          <a:xfrm flipH="1">
            <a:off x="13073612" y="3662569"/>
            <a:ext cx="3851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직선 화살표 연결선 331"/>
          <p:cNvCxnSpPr/>
          <p:nvPr/>
        </p:nvCxnSpPr>
        <p:spPr>
          <a:xfrm flipH="1">
            <a:off x="14998658" y="3662569"/>
            <a:ext cx="3851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꺾인 연결선 332"/>
          <p:cNvCxnSpPr/>
          <p:nvPr/>
        </p:nvCxnSpPr>
        <p:spPr>
          <a:xfrm>
            <a:off x="12444041" y="2111731"/>
            <a:ext cx="4608000" cy="12060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7285463" y="4904365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직사각형 336"/>
              <p:cNvSpPr/>
              <p:nvPr/>
            </p:nvSpPr>
            <p:spPr>
              <a:xfrm>
                <a:off x="17288334" y="5064428"/>
                <a:ext cx="860620" cy="465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37" name="직사각형 3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8334" y="5064428"/>
                <a:ext cx="860620" cy="465320"/>
              </a:xfrm>
              <a:prstGeom prst="rect">
                <a:avLst/>
              </a:prstGeom>
              <a:blipFill>
                <a:blip r:embed="rId2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8" name="꺾인 연결선 337"/>
          <p:cNvCxnSpPr>
            <a:endCxn id="339" idx="0"/>
          </p:cNvCxnSpPr>
          <p:nvPr/>
        </p:nvCxnSpPr>
        <p:spPr>
          <a:xfrm>
            <a:off x="12811875" y="4953095"/>
            <a:ext cx="1725605" cy="360435"/>
          </a:xfrm>
          <a:prstGeom prst="bentConnector3">
            <a:avLst>
              <a:gd name="adj1" fmla="val 54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사다리꼴 338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4249611" y="5192798"/>
            <a:ext cx="817200" cy="241463"/>
          </a:xfrm>
          <a:prstGeom prst="trapezoid">
            <a:avLst>
              <a:gd name="adj" fmla="val 4123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340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4849528" y="4904365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직사각형 340"/>
              <p:cNvSpPr/>
              <p:nvPr/>
            </p:nvSpPr>
            <p:spPr>
              <a:xfrm>
                <a:off x="14852399" y="5064428"/>
                <a:ext cx="826572" cy="465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41" name="직사각형 3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2399" y="5064428"/>
                <a:ext cx="826572" cy="465320"/>
              </a:xfrm>
              <a:prstGeom prst="rect">
                <a:avLst/>
              </a:prstGeom>
              <a:blipFill>
                <a:blip r:embed="rId2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3" name="직사각형 362"/>
              <p:cNvSpPr/>
              <p:nvPr/>
            </p:nvSpPr>
            <p:spPr>
              <a:xfrm>
                <a:off x="21520351" y="6529608"/>
                <a:ext cx="99912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ko-KR" altLang="en-US" sz="3600"/>
              </a:p>
            </p:txBody>
          </p:sp>
        </mc:Choice>
        <mc:Fallback xmlns="">
          <p:sp>
            <p:nvSpPr>
              <p:cNvPr id="363" name="직사각형 3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0351" y="6529608"/>
                <a:ext cx="999120" cy="6463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9204029" y="4912439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6" name="직사각형 365"/>
              <p:cNvSpPr/>
              <p:nvPr/>
            </p:nvSpPr>
            <p:spPr>
              <a:xfrm>
                <a:off x="19206900" y="5072502"/>
                <a:ext cx="824393" cy="4664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66" name="직사각형 3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6900" y="5072502"/>
                <a:ext cx="824393" cy="466474"/>
              </a:xfrm>
              <a:prstGeom prst="rect">
                <a:avLst/>
              </a:prstGeom>
              <a:blipFill>
                <a:blip r:embed="rId25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7" name="직선 화살표 연결선 366"/>
          <p:cNvCxnSpPr/>
          <p:nvPr/>
        </p:nvCxnSpPr>
        <p:spPr>
          <a:xfrm>
            <a:off x="18373525" y="5318742"/>
            <a:ext cx="774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직사각형 368"/>
          <p:cNvSpPr/>
          <p:nvPr/>
        </p:nvSpPr>
        <p:spPr>
          <a:xfrm>
            <a:off x="16723282" y="8490447"/>
            <a:ext cx="16314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000" b="0">
                <a:latin typeface="Cambria Math" panose="02040503050406030204" pitchFamily="18" charset="0"/>
                <a:ea typeface="Cambria Math" panose="02040503050406030204" pitchFamily="18" charset="0"/>
              </a:rPr>
              <a:t>⨉  T</a:t>
            </a:r>
            <a:r>
              <a:rPr lang="en-US" altLang="ko-KR" sz="2000">
                <a:latin typeface="Cambria Math" panose="02040503050406030204" pitchFamily="18" charset="0"/>
                <a:ea typeface="Cambria Math" panose="02040503050406030204" pitchFamily="18" charset="0"/>
              </a:rPr>
              <a:t> steps </a:t>
            </a:r>
            <a:endParaRPr lang="ko-KR" altLang="en-US" sz="2000"/>
          </a:p>
        </p:txBody>
      </p:sp>
      <p:sp>
        <p:nvSpPr>
          <p:cNvPr id="370" name="직사각형 369"/>
          <p:cNvSpPr/>
          <p:nvPr/>
        </p:nvSpPr>
        <p:spPr>
          <a:xfrm>
            <a:off x="7075502" y="7458623"/>
            <a:ext cx="489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Cambria Math" panose="02040503050406030204" pitchFamily="18" charset="0"/>
                <a:ea typeface="Cambria Math" panose="02040503050406030204" pitchFamily="18" charset="0"/>
              </a:rPr>
              <a:t>inv</a:t>
            </a:r>
            <a:endParaRPr lang="ko-KR" altLang="en-US"/>
          </a:p>
        </p:txBody>
      </p:sp>
      <p:sp>
        <p:nvSpPr>
          <p:cNvPr id="371" name="직사각형 370"/>
          <p:cNvSpPr/>
          <p:nvPr/>
        </p:nvSpPr>
        <p:spPr>
          <a:xfrm>
            <a:off x="7049662" y="2577067"/>
            <a:ext cx="489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Cambria Math" panose="02040503050406030204" pitchFamily="18" charset="0"/>
                <a:ea typeface="Cambria Math" panose="02040503050406030204" pitchFamily="18" charset="0"/>
              </a:rPr>
              <a:t>inv</a:t>
            </a:r>
            <a:endParaRPr lang="ko-KR" altLang="en-US"/>
          </a:p>
        </p:txBody>
      </p:sp>
      <p:sp>
        <p:nvSpPr>
          <p:cNvPr id="98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7657042" y="2481127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직사각형 98"/>
              <p:cNvSpPr/>
              <p:nvPr/>
            </p:nvSpPr>
            <p:spPr>
              <a:xfrm>
                <a:off x="7649753" y="2641190"/>
                <a:ext cx="866006" cy="4978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99" name="직사각형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753" y="2641190"/>
                <a:ext cx="866006" cy="497829"/>
              </a:xfrm>
              <a:prstGeom prst="rect">
                <a:avLst/>
              </a:prstGeom>
              <a:blipFill>
                <a:blip r:embed="rId26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7657042" y="7368125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직사각형 100"/>
              <p:cNvSpPr/>
              <p:nvPr/>
            </p:nvSpPr>
            <p:spPr>
              <a:xfrm>
                <a:off x="7700553" y="7533268"/>
                <a:ext cx="774186" cy="4643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01" name="직사각형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553" y="7533268"/>
                <a:ext cx="774186" cy="464358"/>
              </a:xfrm>
              <a:prstGeom prst="rect">
                <a:avLst/>
              </a:prstGeom>
              <a:blipFill>
                <a:blip r:embed="rId2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직선 화살표 연결선 102"/>
          <p:cNvCxnSpPr/>
          <p:nvPr/>
        </p:nvCxnSpPr>
        <p:spPr>
          <a:xfrm>
            <a:off x="8493697" y="7777010"/>
            <a:ext cx="657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/>
          <p:cNvCxnSpPr/>
          <p:nvPr/>
        </p:nvCxnSpPr>
        <p:spPr>
          <a:xfrm>
            <a:off x="8501380" y="2890009"/>
            <a:ext cx="657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17030753" y="5179656"/>
            <a:ext cx="192088" cy="27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5" name="직선 화살표 연결선 344"/>
          <p:cNvCxnSpPr/>
          <p:nvPr/>
        </p:nvCxnSpPr>
        <p:spPr>
          <a:xfrm>
            <a:off x="15678971" y="5313247"/>
            <a:ext cx="158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원호 15"/>
          <p:cNvSpPr/>
          <p:nvPr/>
        </p:nvSpPr>
        <p:spPr>
          <a:xfrm rot="13500000">
            <a:off x="16975961" y="5099358"/>
            <a:ext cx="432000" cy="43200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15895211" y="4959642"/>
            <a:ext cx="891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Cambria Math" panose="02040503050406030204" pitchFamily="18" charset="0"/>
                <a:ea typeface="Cambria Math" panose="02040503050406030204" pitchFamily="18" charset="0"/>
              </a:rPr>
              <a:t>sample</a:t>
            </a: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 rot="2700000">
            <a:off x="17036917" y="5169566"/>
            <a:ext cx="36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/>
          <p:cNvSpPr/>
          <p:nvPr/>
        </p:nvSpPr>
        <p:spPr>
          <a:xfrm rot="2700000">
            <a:off x="17046914" y="5436845"/>
            <a:ext cx="36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7657042" y="4899406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직사각형 108"/>
              <p:cNvSpPr/>
              <p:nvPr/>
            </p:nvSpPr>
            <p:spPr>
              <a:xfrm>
                <a:off x="7659913" y="5059469"/>
                <a:ext cx="824392" cy="4643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09" name="직사각형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913" y="5059469"/>
                <a:ext cx="824392" cy="464358"/>
              </a:xfrm>
              <a:prstGeom prst="rect">
                <a:avLst/>
              </a:prstGeom>
              <a:blipFill>
                <a:blip r:embed="rId2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직선 화살표 연결선 109"/>
          <p:cNvCxnSpPr/>
          <p:nvPr/>
        </p:nvCxnSpPr>
        <p:spPr>
          <a:xfrm>
            <a:off x="8499681" y="5292352"/>
            <a:ext cx="657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 rot="16200000">
            <a:off x="7281309" y="6534281"/>
            <a:ext cx="154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7565060" y="6330457"/>
            <a:ext cx="519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Cambria Math" panose="02040503050406030204" pitchFamily="18" charset="0"/>
                <a:ea typeface="Cambria Math" panose="02040503050406030204" pitchFamily="18" charset="0"/>
              </a:rPr>
              <a:t>init</a:t>
            </a:r>
            <a:endParaRPr lang="ko-KR" altLang="en-US"/>
          </a:p>
        </p:txBody>
      </p:sp>
      <p:sp>
        <p:nvSpPr>
          <p:cNvPr id="113" name="사다리꼴 112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5400000">
            <a:off x="4492523" y="7454173"/>
            <a:ext cx="2502005" cy="645669"/>
          </a:xfrm>
          <a:prstGeom prst="trapezoid">
            <a:avLst>
              <a:gd name="adj" fmla="val 12744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직사각형 113"/>
              <p:cNvSpPr/>
              <p:nvPr/>
            </p:nvSpPr>
            <p:spPr>
              <a:xfrm>
                <a:off x="1918833" y="7320123"/>
                <a:ext cx="9109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str</m:t>
                          </m:r>
                        </m:sub>
                      </m:sSub>
                    </m:oMath>
                  </m:oMathPara>
                </a14:m>
                <a:endParaRPr lang="ko-KR" altLang="en-US" sz="3600"/>
              </a:p>
            </p:txBody>
          </p:sp>
        </mc:Choice>
        <mc:Fallback xmlns="">
          <p:sp>
            <p:nvSpPr>
              <p:cNvPr id="114" name="직사각형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33" y="7320123"/>
                <a:ext cx="910955" cy="64633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5" name="그림 11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83756" y="6468664"/>
            <a:ext cx="2592000" cy="261668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797778" y="1591843"/>
            <a:ext cx="2592035" cy="26172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742473" y="3987568"/>
            <a:ext cx="2617200" cy="2617200"/>
          </a:xfrm>
          <a:prstGeom prst="rect">
            <a:avLst/>
          </a:prstGeom>
        </p:spPr>
      </p:pic>
      <p:sp>
        <p:nvSpPr>
          <p:cNvPr id="118" name="사다리꼴 117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9120516" y="4982904"/>
            <a:ext cx="2502005" cy="645669"/>
          </a:xfrm>
          <a:prstGeom prst="trapezoid">
            <a:avLst>
              <a:gd name="adj" fmla="val 12744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cxnSp>
        <p:nvCxnSpPr>
          <p:cNvPr id="9" name="직선 연결선 8"/>
          <p:cNvCxnSpPr>
            <a:cxnSpLocks/>
          </p:cNvCxnSpPr>
          <p:nvPr/>
        </p:nvCxnSpPr>
        <p:spPr>
          <a:xfrm flipV="1">
            <a:off x="17807286" y="2481127"/>
            <a:ext cx="2956650" cy="1177915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E0EADA3C-28E2-45EB-80FB-2C96192F2D0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2474" y="1244407"/>
            <a:ext cx="2617199" cy="261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2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7EC7411-5C22-4ACB-85FE-C65FE8F7A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75" y="-4464472"/>
            <a:ext cx="13792200" cy="3990975"/>
          </a:xfrm>
          <a:prstGeom prst="rect">
            <a:avLst/>
          </a:prstGeom>
        </p:spPr>
      </p:pic>
      <p:sp>
        <p:nvSpPr>
          <p:cNvPr id="346" name="직사각형 345"/>
          <p:cNvSpPr/>
          <p:nvPr/>
        </p:nvSpPr>
        <p:spPr>
          <a:xfrm>
            <a:off x="9831971" y="1947443"/>
            <a:ext cx="9687198" cy="74934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4" name="직사각형 333"/>
          <p:cNvSpPr/>
          <p:nvPr/>
        </p:nvSpPr>
        <p:spPr>
          <a:xfrm>
            <a:off x="12660429" y="3614483"/>
            <a:ext cx="1447009" cy="1719612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직선 화살표 연결선 152"/>
          <p:cNvCxnSpPr/>
          <p:nvPr/>
        </p:nvCxnSpPr>
        <p:spPr>
          <a:xfrm flipV="1">
            <a:off x="12168470" y="3270101"/>
            <a:ext cx="651807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사다리꼴 176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1292338" y="3192359"/>
            <a:ext cx="467999" cy="168184"/>
          </a:xfrm>
          <a:prstGeom prst="trapezoid">
            <a:avLst>
              <a:gd name="adj" fmla="val 4123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60465" y="2267753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12494373" y="2487836"/>
            <a:ext cx="0" cy="1566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/>
          <p:nvPr/>
        </p:nvCxnSpPr>
        <p:spPr>
          <a:xfrm>
            <a:off x="12487381" y="2494133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/>
          <p:cNvCxnSpPr/>
          <p:nvPr/>
        </p:nvCxnSpPr>
        <p:spPr>
          <a:xfrm>
            <a:off x="12494373" y="4040041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660282" y="3036100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직사각형 271"/>
              <p:cNvSpPr/>
              <p:nvPr/>
            </p:nvSpPr>
            <p:spPr>
              <a:xfrm>
                <a:off x="12776362" y="2307270"/>
                <a:ext cx="656526" cy="3575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2" name="직사각형 2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6362" y="2307270"/>
                <a:ext cx="656526" cy="357534"/>
              </a:xfrm>
              <a:prstGeom prst="rect">
                <a:avLst/>
              </a:prstGeom>
              <a:blipFill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60465" y="3036101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직사각형 273"/>
              <p:cNvSpPr/>
              <p:nvPr/>
            </p:nvSpPr>
            <p:spPr>
              <a:xfrm>
                <a:off x="12777951" y="3071285"/>
                <a:ext cx="649857" cy="3575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4" name="직사각형 2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7951" y="3071285"/>
                <a:ext cx="649857" cy="357534"/>
              </a:xfrm>
              <a:prstGeom prst="rect">
                <a:avLst/>
              </a:prstGeom>
              <a:blipFill>
                <a:blip r:embed="rId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60465" y="380956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직사각형 275"/>
              <p:cNvSpPr/>
              <p:nvPr/>
            </p:nvSpPr>
            <p:spPr>
              <a:xfrm>
                <a:off x="12834300" y="3864802"/>
                <a:ext cx="467557" cy="3575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6" name="직사각형 2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4300" y="3864802"/>
                <a:ext cx="467557" cy="357534"/>
              </a:xfrm>
              <a:prstGeom prst="rect">
                <a:avLst/>
              </a:prstGeom>
              <a:blipFill>
                <a:blip r:embed="rId5"/>
                <a:stretch>
                  <a:fillRect r="-6494" b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직사각형 276"/>
              <p:cNvSpPr/>
              <p:nvPr/>
            </p:nvSpPr>
            <p:spPr>
              <a:xfrm>
                <a:off x="11611995" y="3075618"/>
                <a:ext cx="595741" cy="3575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7" name="직사각형 2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1995" y="3075618"/>
                <a:ext cx="595741" cy="357534"/>
              </a:xfrm>
              <a:prstGeom prst="rect">
                <a:avLst/>
              </a:prstGeom>
              <a:blipFill>
                <a:blip r:embed="rId6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4" name="직선 화살표 연결선 283"/>
          <p:cNvCxnSpPr/>
          <p:nvPr/>
        </p:nvCxnSpPr>
        <p:spPr>
          <a:xfrm flipV="1">
            <a:off x="12168470" y="8158007"/>
            <a:ext cx="651807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사다리꼴 285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1292338" y="8072329"/>
            <a:ext cx="468000" cy="168184"/>
          </a:xfrm>
          <a:prstGeom prst="trapezoid">
            <a:avLst>
              <a:gd name="adj" fmla="val 4123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55385" y="715565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8" name="직선 연결선 287"/>
          <p:cNvCxnSpPr/>
          <p:nvPr/>
        </p:nvCxnSpPr>
        <p:spPr>
          <a:xfrm>
            <a:off x="12494373" y="7375742"/>
            <a:ext cx="0" cy="1566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/>
          <p:cNvCxnSpPr/>
          <p:nvPr/>
        </p:nvCxnSpPr>
        <p:spPr>
          <a:xfrm>
            <a:off x="12487381" y="7384896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화살표 연결선 289"/>
          <p:cNvCxnSpPr/>
          <p:nvPr/>
        </p:nvCxnSpPr>
        <p:spPr>
          <a:xfrm>
            <a:off x="12494373" y="8935567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660282" y="7924006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직사각형 295"/>
              <p:cNvSpPr/>
              <p:nvPr/>
            </p:nvSpPr>
            <p:spPr>
              <a:xfrm>
                <a:off x="12806842" y="7200256"/>
                <a:ext cx="59375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6" name="직사각형 2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842" y="7200256"/>
                <a:ext cx="593752" cy="338554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60465" y="7924007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직사각형 297"/>
              <p:cNvSpPr/>
              <p:nvPr/>
            </p:nvSpPr>
            <p:spPr>
              <a:xfrm>
                <a:off x="12811922" y="7973684"/>
                <a:ext cx="5870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8" name="직사각형 2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922" y="7973684"/>
                <a:ext cx="587084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60465" y="8692354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직사각형 299"/>
              <p:cNvSpPr/>
              <p:nvPr/>
            </p:nvSpPr>
            <p:spPr>
              <a:xfrm>
                <a:off x="12832242" y="8747111"/>
                <a:ext cx="56182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0" name="직사각형 2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2242" y="8747111"/>
                <a:ext cx="56182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직사각형 300"/>
              <p:cNvSpPr/>
              <p:nvPr/>
            </p:nvSpPr>
            <p:spPr>
              <a:xfrm>
                <a:off x="11611995" y="7963524"/>
                <a:ext cx="54098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1" name="직사각형 3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1995" y="7963524"/>
                <a:ext cx="540982" cy="338554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2" name="직선 화살표 연결선 301"/>
          <p:cNvCxnSpPr/>
          <p:nvPr/>
        </p:nvCxnSpPr>
        <p:spPr>
          <a:xfrm flipV="1">
            <a:off x="12168470" y="5694247"/>
            <a:ext cx="651807" cy="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사다리꼴 303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1292338" y="5613330"/>
            <a:ext cx="468000" cy="168184"/>
          </a:xfrm>
          <a:prstGeom prst="trapezoid">
            <a:avLst>
              <a:gd name="adj" fmla="val 4123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60465" y="470917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6" name="직선 연결선 305"/>
          <p:cNvCxnSpPr/>
          <p:nvPr/>
        </p:nvCxnSpPr>
        <p:spPr>
          <a:xfrm>
            <a:off x="12494373" y="4911982"/>
            <a:ext cx="0" cy="1566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화살표 연결선 306"/>
          <p:cNvCxnSpPr/>
          <p:nvPr/>
        </p:nvCxnSpPr>
        <p:spPr>
          <a:xfrm>
            <a:off x="12487381" y="4921136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화살표 연결선 307"/>
          <p:cNvCxnSpPr/>
          <p:nvPr/>
        </p:nvCxnSpPr>
        <p:spPr>
          <a:xfrm>
            <a:off x="12494373" y="6464187"/>
            <a:ext cx="314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1660282" y="5460246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직사각형 311"/>
              <p:cNvSpPr/>
              <p:nvPr/>
            </p:nvSpPr>
            <p:spPr>
              <a:xfrm>
                <a:off x="12786522" y="4731416"/>
                <a:ext cx="62831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2" name="직사각형 3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522" y="4731416"/>
                <a:ext cx="628314" cy="338554"/>
              </a:xfrm>
              <a:prstGeom prst="rect">
                <a:avLst/>
              </a:prstGeom>
              <a:blipFill>
                <a:blip r:embed="rId11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60465" y="5460247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직사각형 313"/>
              <p:cNvSpPr/>
              <p:nvPr/>
            </p:nvSpPr>
            <p:spPr>
              <a:xfrm>
                <a:off x="12791602" y="5504844"/>
                <a:ext cx="62164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4" name="직사각형 3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1602" y="5504844"/>
                <a:ext cx="621645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2860465" y="6228594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직사각형 315"/>
              <p:cNvSpPr/>
              <p:nvPr/>
            </p:nvSpPr>
            <p:spPr>
              <a:xfrm>
                <a:off x="12806842" y="6278271"/>
                <a:ext cx="59638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" name="직사각형 3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842" y="6278271"/>
                <a:ext cx="596382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직사각형 316"/>
              <p:cNvSpPr/>
              <p:nvPr/>
            </p:nvSpPr>
            <p:spPr>
              <a:xfrm>
                <a:off x="11611995" y="5499764"/>
                <a:ext cx="57554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7" name="직사각형 3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1995" y="5499764"/>
                <a:ext cx="575542" cy="338554"/>
              </a:xfrm>
              <a:prstGeom prst="rect">
                <a:avLst/>
              </a:prstGeom>
              <a:blipFill>
                <a:blip r:embed="rId1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꺾인 연결선 24"/>
          <p:cNvCxnSpPr/>
          <p:nvPr/>
        </p:nvCxnSpPr>
        <p:spPr>
          <a:xfrm flipV="1">
            <a:off x="13358945" y="4401709"/>
            <a:ext cx="4598871" cy="29880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33"/>
          <p:cNvSpPr/>
          <p:nvPr/>
        </p:nvSpPr>
        <p:spPr>
          <a:xfrm>
            <a:off x="17202202" y="3726069"/>
            <a:ext cx="1521388" cy="635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Query-Query Alignment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6333860" y="380956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직사각형 321"/>
              <p:cNvSpPr/>
              <p:nvPr/>
            </p:nvSpPr>
            <p:spPr>
              <a:xfrm>
                <a:off x="16362515" y="3874292"/>
                <a:ext cx="41549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2" name="직사각형 3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2515" y="3874292"/>
                <a:ext cx="415498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3" name="직선 화살표 연결선 322"/>
          <p:cNvCxnSpPr/>
          <p:nvPr/>
        </p:nvCxnSpPr>
        <p:spPr>
          <a:xfrm flipH="1">
            <a:off x="16817100" y="4043569"/>
            <a:ext cx="3851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3476369" y="3809569"/>
            <a:ext cx="468000" cy="468000"/>
          </a:xfrm>
          <a:prstGeom prst="roundRect">
            <a:avLst>
              <a:gd name="adj" fmla="val 1352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직사각형 327"/>
              <p:cNvSpPr/>
              <p:nvPr/>
            </p:nvSpPr>
            <p:spPr>
              <a:xfrm>
                <a:off x="13504047" y="3874292"/>
                <a:ext cx="47000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8" name="직사각형 3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4047" y="3874292"/>
                <a:ext cx="470000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9" name="꺾인 연결선 328"/>
          <p:cNvCxnSpPr/>
          <p:nvPr/>
        </p:nvCxnSpPr>
        <p:spPr>
          <a:xfrm>
            <a:off x="13357666" y="3249953"/>
            <a:ext cx="1772966" cy="4500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모서리가 둥근 직사각형 329"/>
          <p:cNvSpPr/>
          <p:nvPr/>
        </p:nvSpPr>
        <p:spPr>
          <a:xfrm>
            <a:off x="14375018" y="3726069"/>
            <a:ext cx="1521388" cy="635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Rearrange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1" name="직선 화살표 연결선 330"/>
          <p:cNvCxnSpPr/>
          <p:nvPr/>
        </p:nvCxnSpPr>
        <p:spPr>
          <a:xfrm flipH="1">
            <a:off x="13989916" y="4043569"/>
            <a:ext cx="3851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직선 화살표 연결선 331"/>
          <p:cNvCxnSpPr/>
          <p:nvPr/>
        </p:nvCxnSpPr>
        <p:spPr>
          <a:xfrm flipH="1">
            <a:off x="15914962" y="4043569"/>
            <a:ext cx="3851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꺾인 연결선 332"/>
          <p:cNvCxnSpPr/>
          <p:nvPr/>
        </p:nvCxnSpPr>
        <p:spPr>
          <a:xfrm>
            <a:off x="13360345" y="2492731"/>
            <a:ext cx="4608000" cy="12060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88740BC-425D-4A15-B4E5-D5844FB2ED0F}"/>
              </a:ext>
            </a:extLst>
          </p:cNvPr>
          <p:cNvGrpSpPr/>
          <p:nvPr/>
        </p:nvGrpSpPr>
        <p:grpSpPr>
          <a:xfrm>
            <a:off x="18435251" y="5285365"/>
            <a:ext cx="863491" cy="817764"/>
            <a:chOff x="17452243" y="5298065"/>
            <a:chExt cx="863491" cy="817764"/>
          </a:xfrm>
        </p:grpSpPr>
        <p:sp>
          <p:nvSpPr>
            <p:cNvPr id="336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7452243" y="5298065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7" name="직사각형 336"/>
                <p:cNvSpPr/>
                <p:nvPr/>
              </p:nvSpPr>
              <p:spPr>
                <a:xfrm>
                  <a:off x="17455114" y="5458128"/>
                  <a:ext cx="860620" cy="4653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7" name="직사각형 3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55114" y="5458128"/>
                  <a:ext cx="860620" cy="465320"/>
                </a:xfrm>
                <a:prstGeom prst="rect">
                  <a:avLst/>
                </a:prstGeom>
                <a:blipFill>
                  <a:blip r:embed="rId17"/>
                  <a:stretch>
                    <a:fillRect b="-389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38" name="꺾인 연결선 337"/>
          <p:cNvCxnSpPr>
            <a:endCxn id="339" idx="0"/>
          </p:cNvCxnSpPr>
          <p:nvPr/>
        </p:nvCxnSpPr>
        <p:spPr>
          <a:xfrm>
            <a:off x="13728179" y="5334095"/>
            <a:ext cx="1725605" cy="360435"/>
          </a:xfrm>
          <a:prstGeom prst="bentConnector3">
            <a:avLst>
              <a:gd name="adj1" fmla="val 54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사다리꼴 338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15165915" y="5573798"/>
            <a:ext cx="817200" cy="241463"/>
          </a:xfrm>
          <a:prstGeom prst="trapezoid">
            <a:avLst>
              <a:gd name="adj" fmla="val 41230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0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15765832" y="5285365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직사각형 340"/>
              <p:cNvSpPr/>
              <p:nvPr/>
            </p:nvSpPr>
            <p:spPr>
              <a:xfrm>
                <a:off x="15768703" y="5445428"/>
                <a:ext cx="826572" cy="465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1" name="직사각형 3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8703" y="5445428"/>
                <a:ext cx="826572" cy="465320"/>
              </a:xfrm>
              <a:prstGeom prst="rect">
                <a:avLst/>
              </a:prstGeom>
              <a:blipFill>
                <a:blip r:embed="rId18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7" name="직선 화살표 연결선 366"/>
          <p:cNvCxnSpPr/>
          <p:nvPr/>
        </p:nvCxnSpPr>
        <p:spPr>
          <a:xfrm>
            <a:off x="19298742" y="5694099"/>
            <a:ext cx="774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직사각형 368"/>
              <p:cNvSpPr/>
              <p:nvPr/>
            </p:nvSpPr>
            <p:spPr>
              <a:xfrm>
                <a:off x="16422556" y="8845307"/>
                <a:ext cx="301172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2400" b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⨉ 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ko-KR" sz="240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Denoising Steps </a:t>
                </a:r>
                <a:endParaRPr lang="ko-KR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9" name="직사각형 3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2556" y="8845307"/>
                <a:ext cx="3011722" cy="461665"/>
              </a:xfrm>
              <a:prstGeom prst="rect">
                <a:avLst/>
              </a:prstGeom>
              <a:blipFill>
                <a:blip r:embed="rId19"/>
                <a:stretch>
                  <a:fillRect t="-11842" r="-546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/>
          <p:cNvSpPr/>
          <p:nvPr/>
        </p:nvSpPr>
        <p:spPr>
          <a:xfrm>
            <a:off x="17944676" y="5560656"/>
            <a:ext cx="192088" cy="27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5" name="직선 화살표 연결선 344"/>
          <p:cNvCxnSpPr>
            <a:cxnSpLocks/>
          </p:cNvCxnSpPr>
          <p:nvPr/>
        </p:nvCxnSpPr>
        <p:spPr>
          <a:xfrm>
            <a:off x="16595275" y="5694247"/>
            <a:ext cx="18184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원호 15"/>
          <p:cNvSpPr/>
          <p:nvPr/>
        </p:nvSpPr>
        <p:spPr>
          <a:xfrm rot="13500000">
            <a:off x="17892265" y="5480358"/>
            <a:ext cx="432000" cy="43200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16811515" y="5340642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Denoise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직사각형 2"/>
          <p:cNvSpPr/>
          <p:nvPr/>
        </p:nvSpPr>
        <p:spPr>
          <a:xfrm rot="2700000">
            <a:off x="17953221" y="5550566"/>
            <a:ext cx="36000" cy="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직사각형 106"/>
          <p:cNvSpPr/>
          <p:nvPr/>
        </p:nvSpPr>
        <p:spPr>
          <a:xfrm rot="2700000">
            <a:off x="17963218" y="5817845"/>
            <a:ext cx="36000" cy="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10810790" y="6686057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Initialize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연결선 8"/>
          <p:cNvCxnSpPr>
            <a:cxnSpLocks/>
          </p:cNvCxnSpPr>
          <p:nvPr/>
        </p:nvCxnSpPr>
        <p:spPr>
          <a:xfrm flipV="1">
            <a:off x="18664144" y="1978509"/>
            <a:ext cx="862017" cy="1744176"/>
          </a:xfrm>
          <a:prstGeom prst="line">
            <a:avLst/>
          </a:prstGeom>
          <a:ln w="28575">
            <a:solidFill>
              <a:srgbClr val="FFD96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E0EADA3C-28E2-45EB-80FB-2C96192F2D0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9642" y="1978509"/>
            <a:ext cx="2097861" cy="2097861"/>
          </a:xfrm>
          <a:prstGeom prst="rect">
            <a:avLst/>
          </a:prstGeom>
          <a:ln w="38100">
            <a:solidFill>
              <a:srgbClr val="FFD966"/>
            </a:solidFill>
          </a:ln>
        </p:spPr>
      </p:pic>
      <p:sp>
        <p:nvSpPr>
          <p:cNvPr id="123" name="사다리꼴 122">
            <a:extLst>
              <a:ext uri="{FF2B5EF4-FFF2-40B4-BE49-F238E27FC236}">
                <a16:creationId xmlns:a16="http://schemas.microsoft.com/office/drawing/2014/main" id="{F1E05E29-2ACD-44B9-9109-20C37FE6717E}"/>
              </a:ext>
            </a:extLst>
          </p:cNvPr>
          <p:cNvSpPr/>
          <p:nvPr/>
        </p:nvSpPr>
        <p:spPr>
          <a:xfrm rot="5400000">
            <a:off x="10886927" y="3162021"/>
            <a:ext cx="817764" cy="215864"/>
          </a:xfrm>
          <a:prstGeom prst="trapezoid">
            <a:avLst>
              <a:gd name="adj" fmla="val 110694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124" name="사다리꼴 123">
            <a:extLst>
              <a:ext uri="{FF2B5EF4-FFF2-40B4-BE49-F238E27FC236}">
                <a16:creationId xmlns:a16="http://schemas.microsoft.com/office/drawing/2014/main" id="{B843E24B-2FDE-4458-9849-23DB1CB8DF91}"/>
              </a:ext>
            </a:extLst>
          </p:cNvPr>
          <p:cNvSpPr/>
          <p:nvPr/>
        </p:nvSpPr>
        <p:spPr>
          <a:xfrm rot="5400000">
            <a:off x="10886927" y="8049927"/>
            <a:ext cx="817764" cy="215864"/>
          </a:xfrm>
          <a:prstGeom prst="trapezoid">
            <a:avLst>
              <a:gd name="adj" fmla="val 110694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125" name="사다리꼴 124">
            <a:extLst>
              <a:ext uri="{FF2B5EF4-FFF2-40B4-BE49-F238E27FC236}">
                <a16:creationId xmlns:a16="http://schemas.microsoft.com/office/drawing/2014/main" id="{755F52E5-AE8A-438C-B672-0115CD71A7E9}"/>
              </a:ext>
            </a:extLst>
          </p:cNvPr>
          <p:cNvSpPr/>
          <p:nvPr/>
        </p:nvSpPr>
        <p:spPr>
          <a:xfrm rot="5400000">
            <a:off x="10886927" y="5586167"/>
            <a:ext cx="817764" cy="215864"/>
          </a:xfrm>
          <a:prstGeom prst="trapezoid">
            <a:avLst>
              <a:gd name="adj" fmla="val 110694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3" name="직사각형 362"/>
              <p:cNvSpPr/>
              <p:nvPr/>
            </p:nvSpPr>
            <p:spPr>
              <a:xfrm>
                <a:off x="22407192" y="6977328"/>
                <a:ext cx="101034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ko-KR" altLang="en-US" sz="3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3" name="직사각형 3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7192" y="6977328"/>
                <a:ext cx="1010341" cy="646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5" name="사각형: 둥근 모서리 10">
            <a:extLst>
              <a:ext uri="{FF2B5EF4-FFF2-40B4-BE49-F238E27FC236}">
                <a16:creationId xmlns:a16="http://schemas.microsoft.com/office/drawing/2014/main" id="{465FE873-85BA-4457-A275-18A98A3FA10B}"/>
              </a:ext>
            </a:extLst>
          </p:cNvPr>
          <p:cNvSpPr/>
          <p:nvPr/>
        </p:nvSpPr>
        <p:spPr>
          <a:xfrm>
            <a:off x="20103749" y="5268039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6" name="직사각형 365"/>
              <p:cNvSpPr/>
              <p:nvPr/>
            </p:nvSpPr>
            <p:spPr>
              <a:xfrm>
                <a:off x="20106620" y="5428102"/>
                <a:ext cx="824393" cy="4664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6" name="직사각형 3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620" y="5428102"/>
                <a:ext cx="824393" cy="466474"/>
              </a:xfrm>
              <a:prstGeom prst="rect">
                <a:avLst/>
              </a:prstGeom>
              <a:blipFill>
                <a:blip r:embed="rId22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사다리꼴 117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16200000" flipH="1">
            <a:off x="20032936" y="5357554"/>
            <a:ext cx="2502005" cy="645669"/>
          </a:xfrm>
          <a:prstGeom prst="trapezoid">
            <a:avLst>
              <a:gd name="adj" fmla="val 12744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8908911-6FBD-4DD3-A1CA-62BE7C55BCAA}"/>
              </a:ext>
            </a:extLst>
          </p:cNvPr>
          <p:cNvSpPr txBox="1"/>
          <p:nvPr/>
        </p:nvSpPr>
        <p:spPr>
          <a:xfrm rot="16200000">
            <a:off x="20657930" y="5437280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438205C-2600-4FAA-9A5D-48AE66049C8E}"/>
              </a:ext>
            </a:extLst>
          </p:cNvPr>
          <p:cNvGrpSpPr/>
          <p:nvPr/>
        </p:nvGrpSpPr>
        <p:grpSpPr>
          <a:xfrm>
            <a:off x="6619340" y="2844473"/>
            <a:ext cx="866006" cy="817764"/>
            <a:chOff x="6759139" y="2872577"/>
            <a:chExt cx="866006" cy="817764"/>
          </a:xfrm>
        </p:grpSpPr>
        <p:sp>
          <p:nvSpPr>
            <p:cNvPr id="98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6766428" y="2872577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직사각형 98"/>
                <p:cNvSpPr/>
                <p:nvPr/>
              </p:nvSpPr>
              <p:spPr>
                <a:xfrm>
                  <a:off x="6759139" y="3032640"/>
                  <a:ext cx="866006" cy="49782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" name="직사각형 9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9139" y="3032640"/>
                  <a:ext cx="866006" cy="497829"/>
                </a:xfrm>
                <a:prstGeom prst="rect">
                  <a:avLst/>
                </a:prstGeom>
                <a:blipFill>
                  <a:blip r:embed="rId23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BEF5947-B38D-4DE1-84F6-ED2ACCCBE731}"/>
              </a:ext>
            </a:extLst>
          </p:cNvPr>
          <p:cNvGrpSpPr/>
          <p:nvPr/>
        </p:nvGrpSpPr>
        <p:grpSpPr>
          <a:xfrm>
            <a:off x="6623474" y="7707905"/>
            <a:ext cx="825713" cy="817764"/>
            <a:chOff x="6766428" y="7759575"/>
            <a:chExt cx="825713" cy="817764"/>
          </a:xfrm>
        </p:grpSpPr>
        <p:sp>
          <p:nvSpPr>
            <p:cNvPr id="100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6766428" y="7759575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직사각형 100"/>
                <p:cNvSpPr/>
                <p:nvPr/>
              </p:nvSpPr>
              <p:spPr>
                <a:xfrm>
                  <a:off x="6809939" y="7924718"/>
                  <a:ext cx="782202" cy="46435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직사각형 10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939" y="7924718"/>
                  <a:ext cx="782202" cy="464358"/>
                </a:xfrm>
                <a:prstGeom prst="rect">
                  <a:avLst/>
                </a:prstGeom>
                <a:blipFill>
                  <a:blip r:embed="rId24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1" name="직선 화살표 연결선 110"/>
          <p:cNvCxnSpPr/>
          <p:nvPr/>
        </p:nvCxnSpPr>
        <p:spPr>
          <a:xfrm rot="16200000">
            <a:off x="9925330" y="6912341"/>
            <a:ext cx="154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/>
              <p:cNvSpPr/>
              <p:nvPr/>
            </p:nvSpPr>
            <p:spPr>
              <a:xfrm>
                <a:off x="911259" y="2793978"/>
                <a:ext cx="1076064" cy="6957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3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app</m:t>
                          </m:r>
                        </m:sub>
                      </m:sSub>
                    </m:oMath>
                  </m:oMathPara>
                </a14:m>
                <a:endParaRPr lang="ko-KR" altLang="en-US" sz="3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59" y="2793978"/>
                <a:ext cx="1076064" cy="69570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사다리꼴 112">
            <a:extLst>
              <a:ext uri="{FF2B5EF4-FFF2-40B4-BE49-F238E27FC236}">
                <a16:creationId xmlns:a16="http://schemas.microsoft.com/office/drawing/2014/main" id="{55807871-9097-4217-97D6-7BF20F7DC991}"/>
              </a:ext>
            </a:extLst>
          </p:cNvPr>
          <p:cNvSpPr/>
          <p:nvPr/>
        </p:nvSpPr>
        <p:spPr>
          <a:xfrm rot="5400000">
            <a:off x="3601569" y="7809754"/>
            <a:ext cx="2616649" cy="645669"/>
          </a:xfrm>
          <a:prstGeom prst="trapezoid">
            <a:avLst>
              <a:gd name="adj" fmla="val 12744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직사각형 113"/>
              <p:cNvSpPr/>
              <p:nvPr/>
            </p:nvSpPr>
            <p:spPr>
              <a:xfrm>
                <a:off x="1006664" y="7675723"/>
                <a:ext cx="92217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str</m:t>
                          </m:r>
                        </m:sub>
                      </m:sSub>
                    </m:oMath>
                  </m:oMathPara>
                </a14:m>
                <a:endParaRPr lang="ko-KR" altLang="en-US" sz="3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직사각형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664" y="7675723"/>
                <a:ext cx="922176" cy="64633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직선 화살표 연결선 207"/>
          <p:cNvCxnSpPr>
            <a:cxnSpLocks/>
          </p:cNvCxnSpPr>
          <p:nvPr/>
        </p:nvCxnSpPr>
        <p:spPr>
          <a:xfrm flipV="1">
            <a:off x="5207496" y="3245603"/>
            <a:ext cx="1397208" cy="4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직사각형 370"/>
          <p:cNvSpPr/>
          <p:nvPr/>
        </p:nvSpPr>
        <p:spPr>
          <a:xfrm>
            <a:off x="5254559" y="2789107"/>
            <a:ext cx="1346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Inversion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4BDF524-BD2B-4682-956C-F25889528409}"/>
              </a:ext>
            </a:extLst>
          </p:cNvPr>
          <p:cNvGrpSpPr/>
          <p:nvPr/>
        </p:nvGrpSpPr>
        <p:grpSpPr>
          <a:xfrm>
            <a:off x="4602951" y="1947443"/>
            <a:ext cx="645669" cy="2617192"/>
            <a:chOff x="5670231" y="2017741"/>
            <a:chExt cx="645669" cy="2502005"/>
          </a:xfrm>
        </p:grpSpPr>
        <p:sp>
          <p:nvSpPr>
            <p:cNvPr id="252" name="사다리꼴 251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5400000">
              <a:off x="4742063" y="2945909"/>
              <a:ext cx="2502005" cy="645669"/>
            </a:xfrm>
            <a:prstGeom prst="trapezoid">
              <a:avLst>
                <a:gd name="adj" fmla="val 127440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F03531-5974-43E9-90D9-23A02F309EB9}"/>
                </a:ext>
              </a:extLst>
            </p:cNvPr>
            <p:cNvSpPr txBox="1"/>
            <p:nvPr/>
          </p:nvSpPr>
          <p:spPr>
            <a:xfrm rot="16200000">
              <a:off x="5339735" y="3006420"/>
              <a:ext cx="12089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  <a:endParaRPr lang="ko-KR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FCE0D1E6-F33F-4C3C-960B-09DA0A9FFE80}"/>
              </a:ext>
            </a:extLst>
          </p:cNvPr>
          <p:cNvSpPr txBox="1"/>
          <p:nvPr/>
        </p:nvSpPr>
        <p:spPr>
          <a:xfrm rot="16200000">
            <a:off x="4267739" y="7885955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사각형: 둥근 모서리 10">
            <a:extLst>
              <a:ext uri="{FF2B5EF4-FFF2-40B4-BE49-F238E27FC236}">
                <a16:creationId xmlns:a16="http://schemas.microsoft.com/office/drawing/2014/main" id="{C1DF0A0D-8B85-45AA-BD87-F86AD1D59DBE}"/>
              </a:ext>
            </a:extLst>
          </p:cNvPr>
          <p:cNvSpPr/>
          <p:nvPr/>
        </p:nvSpPr>
        <p:spPr>
          <a:xfrm>
            <a:off x="10307415" y="2862266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644C9FAA-F4B0-487B-861A-66B2B003FCE7}"/>
                  </a:ext>
                </a:extLst>
              </p:cNvPr>
              <p:cNvSpPr/>
              <p:nvPr/>
            </p:nvSpPr>
            <p:spPr>
              <a:xfrm>
                <a:off x="10300126" y="3022329"/>
                <a:ext cx="866006" cy="493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644C9FAA-F4B0-487B-861A-66B2B003FC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126" y="3022329"/>
                <a:ext cx="866006" cy="493148"/>
              </a:xfrm>
              <a:prstGeom prst="rect">
                <a:avLst/>
              </a:prstGeom>
              <a:blipFill>
                <a:blip r:embed="rId27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사각형: 둥근 모서리 10">
            <a:extLst>
              <a:ext uri="{FF2B5EF4-FFF2-40B4-BE49-F238E27FC236}">
                <a16:creationId xmlns:a16="http://schemas.microsoft.com/office/drawing/2014/main" id="{51F529B2-02A3-4E1C-82E7-46468944E61A}"/>
              </a:ext>
            </a:extLst>
          </p:cNvPr>
          <p:cNvSpPr/>
          <p:nvPr/>
        </p:nvSpPr>
        <p:spPr>
          <a:xfrm>
            <a:off x="10307415" y="7750172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590FE179-0FBE-4D41-877A-490E17392898}"/>
                  </a:ext>
                </a:extLst>
              </p:cNvPr>
              <p:cNvSpPr/>
              <p:nvPr/>
            </p:nvSpPr>
            <p:spPr>
              <a:xfrm>
                <a:off x="10350926" y="7915315"/>
                <a:ext cx="7822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𝑠𝑡𝑟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590FE179-0FBE-4D41-877A-490E17392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0926" y="7915315"/>
                <a:ext cx="782202" cy="461665"/>
              </a:xfrm>
              <a:prstGeom prst="rect">
                <a:avLst/>
              </a:prstGeom>
              <a:blipFill>
                <a:blip r:embed="rId2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사각형: 둥근 모서리 10">
            <a:extLst>
              <a:ext uri="{FF2B5EF4-FFF2-40B4-BE49-F238E27FC236}">
                <a16:creationId xmlns:a16="http://schemas.microsoft.com/office/drawing/2014/main" id="{D0FDDC0B-D2CD-4FB8-AC3D-BF63F9C09820}"/>
              </a:ext>
            </a:extLst>
          </p:cNvPr>
          <p:cNvSpPr/>
          <p:nvPr/>
        </p:nvSpPr>
        <p:spPr>
          <a:xfrm>
            <a:off x="10307415" y="5286412"/>
            <a:ext cx="796535" cy="817764"/>
          </a:xfrm>
          <a:prstGeom prst="roundRect">
            <a:avLst>
              <a:gd name="adj" fmla="val 135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8102646A-F22B-4F01-B0B8-F4CBEEDF3C46}"/>
                  </a:ext>
                </a:extLst>
              </p:cNvPr>
              <p:cNvSpPr/>
              <p:nvPr/>
            </p:nvSpPr>
            <p:spPr>
              <a:xfrm>
                <a:off x="10310286" y="5446475"/>
                <a:ext cx="8243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8102646A-F22B-4F01-B0B8-F4CBEEDF3C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0286" y="5446475"/>
                <a:ext cx="824392" cy="461665"/>
              </a:xfrm>
              <a:prstGeom prst="rect">
                <a:avLst/>
              </a:prstGeom>
              <a:blipFill>
                <a:blip r:embed="rId2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88FB85F3-742B-4960-968E-1FDD7FC7DCAB}"/>
              </a:ext>
            </a:extLst>
          </p:cNvPr>
          <p:cNvCxnSpPr>
            <a:cxnSpLocks/>
          </p:cNvCxnSpPr>
          <p:nvPr/>
        </p:nvCxnSpPr>
        <p:spPr>
          <a:xfrm>
            <a:off x="7423164" y="3244700"/>
            <a:ext cx="2374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C5DA16F3-E149-4435-97B8-EB978EEF4493}"/>
              </a:ext>
            </a:extLst>
          </p:cNvPr>
          <p:cNvCxnSpPr>
            <a:cxnSpLocks/>
          </p:cNvCxnSpPr>
          <p:nvPr/>
        </p:nvCxnSpPr>
        <p:spPr>
          <a:xfrm>
            <a:off x="9850089" y="3268407"/>
            <a:ext cx="4425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B4BD3714-B7CE-4D30-A1F0-2D94A59F7BBF}"/>
              </a:ext>
            </a:extLst>
          </p:cNvPr>
          <p:cNvCxnSpPr>
            <a:cxnSpLocks/>
          </p:cNvCxnSpPr>
          <p:nvPr/>
        </p:nvCxnSpPr>
        <p:spPr>
          <a:xfrm>
            <a:off x="9837716" y="8169789"/>
            <a:ext cx="4585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CDE56F48-96A2-4624-924B-769403DB0EA7}"/>
                  </a:ext>
                </a:extLst>
              </p:cNvPr>
              <p:cNvSpPr/>
              <p:nvPr/>
            </p:nvSpPr>
            <p:spPr>
              <a:xfrm>
                <a:off x="7691623" y="2916320"/>
                <a:ext cx="2219098" cy="6157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𝑎𝑝𝑝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ko-KR" alt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𝑎𝑝𝑝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𝑠𝑘𝑖𝑝</m:t>
                            </m:r>
                          </m:sub>
                        </m:sSub>
                      </m:sup>
                    </m:sSubSup>
                  </m:oMath>
                </a14:m>
                <a:endParaRPr lang="ko-KR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CDE56F48-96A2-4624-924B-769403DB0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623" y="2916320"/>
                <a:ext cx="2219098" cy="615746"/>
              </a:xfrm>
              <a:prstGeom prst="rect">
                <a:avLst/>
              </a:prstGeom>
              <a:blipFill>
                <a:blip r:embed="rId30"/>
                <a:stretch>
                  <a:fillRect b="-11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1A104708-9CDC-43F5-B40D-A00CCAAA157E}"/>
              </a:ext>
            </a:extLst>
          </p:cNvPr>
          <p:cNvCxnSpPr>
            <a:cxnSpLocks/>
          </p:cNvCxnSpPr>
          <p:nvPr/>
        </p:nvCxnSpPr>
        <p:spPr>
          <a:xfrm flipV="1">
            <a:off x="5196713" y="8124126"/>
            <a:ext cx="1397208" cy="4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5F54B7F3-65DC-437E-92EB-346EA2688586}"/>
              </a:ext>
            </a:extLst>
          </p:cNvPr>
          <p:cNvSpPr/>
          <p:nvPr/>
        </p:nvSpPr>
        <p:spPr>
          <a:xfrm>
            <a:off x="5243776" y="7667630"/>
            <a:ext cx="1346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Inversion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996D6DE5-B519-4C3A-A7A9-C4C62F21A548}"/>
              </a:ext>
            </a:extLst>
          </p:cNvPr>
          <p:cNvCxnSpPr>
            <a:cxnSpLocks/>
          </p:cNvCxnSpPr>
          <p:nvPr/>
        </p:nvCxnSpPr>
        <p:spPr>
          <a:xfrm>
            <a:off x="7420009" y="8125509"/>
            <a:ext cx="2374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B1485D91-1B28-4BD9-8BFB-CA43EFB31CB7}"/>
                  </a:ext>
                </a:extLst>
              </p:cNvPr>
              <p:cNvSpPr/>
              <p:nvPr/>
            </p:nvSpPr>
            <p:spPr>
              <a:xfrm>
                <a:off x="7723594" y="7816253"/>
                <a:ext cx="2219098" cy="587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𝑠𝑡𝑟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ko-KR" alt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𝑠𝑡𝑟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𝑠𝑘𝑖𝑝</m:t>
                            </m:r>
                          </m:sub>
                        </m:sSub>
                      </m:sup>
                    </m:sSubSup>
                  </m:oMath>
                </a14:m>
                <a:endParaRPr lang="ko-KR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B1485D91-1B28-4BD9-8BFB-CA43EFB31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594" y="7816253"/>
                <a:ext cx="2219098" cy="587981"/>
              </a:xfrm>
              <a:prstGeom prst="rect">
                <a:avLst/>
              </a:prstGeom>
              <a:blipFill>
                <a:blip r:embed="rId31"/>
                <a:stretch>
                  <a:fillRect b="-164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67F81791-FC28-4CF0-9497-A77DA8ED9A15}"/>
              </a:ext>
            </a:extLst>
          </p:cNvPr>
          <p:cNvCxnSpPr>
            <a:cxnSpLocks/>
          </p:cNvCxnSpPr>
          <p:nvPr/>
        </p:nvCxnSpPr>
        <p:spPr>
          <a:xfrm flipV="1">
            <a:off x="18664144" y="4076370"/>
            <a:ext cx="888821" cy="284699"/>
          </a:xfrm>
          <a:prstGeom prst="line">
            <a:avLst/>
          </a:prstGeom>
          <a:ln w="28575">
            <a:solidFill>
              <a:srgbClr val="FFD96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9" name="그림 238">
            <a:extLst>
              <a:ext uri="{FF2B5EF4-FFF2-40B4-BE49-F238E27FC236}">
                <a16:creationId xmlns:a16="http://schemas.microsoft.com/office/drawing/2014/main" id="{E7BE52A5-9BC3-4093-8BFC-14406635AE2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830" y="1947443"/>
            <a:ext cx="2610000" cy="2610000"/>
          </a:xfrm>
          <a:prstGeom prst="rect">
            <a:avLst/>
          </a:prstGeom>
        </p:spPr>
      </p:pic>
      <p:pic>
        <p:nvPicPr>
          <p:cNvPr id="241" name="그림 240">
            <a:extLst>
              <a:ext uri="{FF2B5EF4-FFF2-40B4-BE49-F238E27FC236}">
                <a16:creationId xmlns:a16="http://schemas.microsoft.com/office/drawing/2014/main" id="{4B8A56B7-C805-4D79-8138-46B2D88878E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586" y="6842267"/>
            <a:ext cx="2610000" cy="2610000"/>
          </a:xfrm>
          <a:prstGeom prst="rect">
            <a:avLst/>
          </a:prstGeom>
        </p:spPr>
      </p:pic>
      <p:pic>
        <p:nvPicPr>
          <p:cNvPr id="243" name="그림 242">
            <a:extLst>
              <a:ext uri="{FF2B5EF4-FFF2-40B4-BE49-F238E27FC236}">
                <a16:creationId xmlns:a16="http://schemas.microsoft.com/office/drawing/2014/main" id="{F630C5EC-BC4A-4F2D-96BF-BAF0817E25E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7424" y="4404974"/>
            <a:ext cx="2610000" cy="26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66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8D48A500-8E38-4233-932D-715588A089A0}"/>
              </a:ext>
            </a:extLst>
          </p:cNvPr>
          <p:cNvGrpSpPr/>
          <p:nvPr/>
        </p:nvGrpSpPr>
        <p:grpSpPr>
          <a:xfrm>
            <a:off x="838689" y="1947443"/>
            <a:ext cx="23496791" cy="7504824"/>
            <a:chOff x="838689" y="1947443"/>
            <a:chExt cx="23496791" cy="7504824"/>
          </a:xfrm>
        </p:grpSpPr>
        <p:sp>
          <p:nvSpPr>
            <p:cNvPr id="346" name="직사각형 345"/>
            <p:cNvSpPr/>
            <p:nvPr/>
          </p:nvSpPr>
          <p:spPr>
            <a:xfrm>
              <a:off x="9831971" y="1947443"/>
              <a:ext cx="9687198" cy="7493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직사각형 333"/>
            <p:cNvSpPr/>
            <p:nvPr/>
          </p:nvSpPr>
          <p:spPr>
            <a:xfrm>
              <a:off x="12660429" y="3591333"/>
              <a:ext cx="1447009" cy="1719612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3" name="직선 화살표 연결선 152"/>
            <p:cNvCxnSpPr/>
            <p:nvPr/>
          </p:nvCxnSpPr>
          <p:spPr>
            <a:xfrm flipV="1">
              <a:off x="12168470" y="3246951"/>
              <a:ext cx="651807" cy="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사다리꼴 176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11292338" y="3169209"/>
              <a:ext cx="467999" cy="168184"/>
            </a:xfrm>
            <a:prstGeom prst="trapezoid">
              <a:avLst>
                <a:gd name="adj" fmla="val 41230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2244603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>
              <a:off x="12494373" y="2464686"/>
              <a:ext cx="0" cy="156633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화살표 연결선 196"/>
            <p:cNvCxnSpPr/>
            <p:nvPr/>
          </p:nvCxnSpPr>
          <p:spPr>
            <a:xfrm>
              <a:off x="12487381" y="2470983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화살표 연결선 199"/>
            <p:cNvCxnSpPr/>
            <p:nvPr/>
          </p:nvCxnSpPr>
          <p:spPr>
            <a:xfrm>
              <a:off x="12494373" y="4016891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1660282" y="3012950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직사각형 271"/>
                <p:cNvSpPr/>
                <p:nvPr/>
              </p:nvSpPr>
              <p:spPr>
                <a:xfrm>
                  <a:off x="12776362" y="2284120"/>
                  <a:ext cx="656526" cy="3575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2" name="직사각형 2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76362" y="2284120"/>
                  <a:ext cx="656526" cy="357534"/>
                </a:xfrm>
                <a:prstGeom prst="rect">
                  <a:avLst/>
                </a:prstGeom>
                <a:blipFill>
                  <a:blip r:embed="rId2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3012951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직사각형 273"/>
                <p:cNvSpPr/>
                <p:nvPr/>
              </p:nvSpPr>
              <p:spPr>
                <a:xfrm>
                  <a:off x="12777951" y="3048135"/>
                  <a:ext cx="649857" cy="3575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4" name="직사각형 2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77951" y="3048135"/>
                  <a:ext cx="649857" cy="357534"/>
                </a:xfrm>
                <a:prstGeom prst="rect">
                  <a:avLst/>
                </a:prstGeom>
                <a:blipFill>
                  <a:blip r:embed="rId3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3786419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직사각형 275"/>
                <p:cNvSpPr/>
                <p:nvPr/>
              </p:nvSpPr>
              <p:spPr>
                <a:xfrm>
                  <a:off x="12834300" y="3841652"/>
                  <a:ext cx="467557" cy="35753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6" name="직사각형 2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34300" y="3841652"/>
                  <a:ext cx="467557" cy="357534"/>
                </a:xfrm>
                <a:prstGeom prst="rect">
                  <a:avLst/>
                </a:prstGeom>
                <a:blipFill>
                  <a:blip r:embed="rId4"/>
                  <a:stretch>
                    <a:fillRect r="-6494" b="-33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직사각형 276"/>
                <p:cNvSpPr/>
                <p:nvPr/>
              </p:nvSpPr>
              <p:spPr>
                <a:xfrm>
                  <a:off x="11611995" y="3052468"/>
                  <a:ext cx="595741" cy="3575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7" name="직사각형 2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1995" y="3052468"/>
                  <a:ext cx="595741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4" name="직선 화살표 연결선 283"/>
            <p:cNvCxnSpPr/>
            <p:nvPr/>
          </p:nvCxnSpPr>
          <p:spPr>
            <a:xfrm flipV="1">
              <a:off x="12168470" y="8134857"/>
              <a:ext cx="651807" cy="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사다리꼴 285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11292338" y="8049179"/>
              <a:ext cx="468000" cy="168184"/>
            </a:xfrm>
            <a:prstGeom prst="trapezoid">
              <a:avLst>
                <a:gd name="adj" fmla="val 41230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7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55385" y="7132509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8" name="직선 연결선 287"/>
            <p:cNvCxnSpPr/>
            <p:nvPr/>
          </p:nvCxnSpPr>
          <p:spPr>
            <a:xfrm>
              <a:off x="12494373" y="7352592"/>
              <a:ext cx="0" cy="156633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/>
            <p:cNvCxnSpPr/>
            <p:nvPr/>
          </p:nvCxnSpPr>
          <p:spPr>
            <a:xfrm>
              <a:off x="12487381" y="7361746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/>
            <p:cNvCxnSpPr/>
            <p:nvPr/>
          </p:nvCxnSpPr>
          <p:spPr>
            <a:xfrm>
              <a:off x="12494373" y="8912417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1660282" y="7900856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직사각형 295"/>
                <p:cNvSpPr/>
                <p:nvPr/>
              </p:nvSpPr>
              <p:spPr>
                <a:xfrm>
                  <a:off x="12806842" y="7177106"/>
                  <a:ext cx="59375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6" name="직사각형 29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6842" y="7177106"/>
                  <a:ext cx="593752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7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7900857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직사각형 297"/>
                <p:cNvSpPr/>
                <p:nvPr/>
              </p:nvSpPr>
              <p:spPr>
                <a:xfrm>
                  <a:off x="12811922" y="7950534"/>
                  <a:ext cx="58708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8" name="직사각형 2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11922" y="7950534"/>
                  <a:ext cx="58708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9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8669204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0" name="직사각형 299"/>
                <p:cNvSpPr/>
                <p:nvPr/>
              </p:nvSpPr>
              <p:spPr>
                <a:xfrm>
                  <a:off x="12832242" y="8723961"/>
                  <a:ext cx="56182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0" name="직사각형 29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32242" y="8723961"/>
                  <a:ext cx="561820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직사각형 300"/>
                <p:cNvSpPr/>
                <p:nvPr/>
              </p:nvSpPr>
              <p:spPr>
                <a:xfrm>
                  <a:off x="11611995" y="7940374"/>
                  <a:ext cx="54098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1" name="직사각형 30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1995" y="7940374"/>
                  <a:ext cx="540982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1272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2" name="직선 화살표 연결선 301"/>
            <p:cNvCxnSpPr/>
            <p:nvPr/>
          </p:nvCxnSpPr>
          <p:spPr>
            <a:xfrm flipV="1">
              <a:off x="12168470" y="5671097"/>
              <a:ext cx="651807" cy="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사다리꼴 303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11292338" y="5590180"/>
              <a:ext cx="468000" cy="168184"/>
            </a:xfrm>
            <a:prstGeom prst="trapezoid">
              <a:avLst>
                <a:gd name="adj" fmla="val 41230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4686029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6" name="직선 연결선 305"/>
            <p:cNvCxnSpPr/>
            <p:nvPr/>
          </p:nvCxnSpPr>
          <p:spPr>
            <a:xfrm>
              <a:off x="12494373" y="4888832"/>
              <a:ext cx="0" cy="156633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화살표 연결선 306"/>
            <p:cNvCxnSpPr/>
            <p:nvPr/>
          </p:nvCxnSpPr>
          <p:spPr>
            <a:xfrm>
              <a:off x="12487381" y="4897986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화살표 연결선 307"/>
            <p:cNvCxnSpPr/>
            <p:nvPr/>
          </p:nvCxnSpPr>
          <p:spPr>
            <a:xfrm>
              <a:off x="12494373" y="6441037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1660282" y="5437096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직사각형 311"/>
                <p:cNvSpPr/>
                <p:nvPr/>
              </p:nvSpPr>
              <p:spPr>
                <a:xfrm>
                  <a:off x="12786522" y="4708266"/>
                  <a:ext cx="62831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2" name="직사각형 3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86522" y="4708266"/>
                  <a:ext cx="628314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3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5437097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직사각형 313"/>
                <p:cNvSpPr/>
                <p:nvPr/>
              </p:nvSpPr>
              <p:spPr>
                <a:xfrm>
                  <a:off x="12791602" y="5481694"/>
                  <a:ext cx="621645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4" name="직사각형 3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91602" y="5481694"/>
                  <a:ext cx="621645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6205444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6" name="직사각형 315"/>
                <p:cNvSpPr/>
                <p:nvPr/>
              </p:nvSpPr>
              <p:spPr>
                <a:xfrm>
                  <a:off x="12806842" y="6255121"/>
                  <a:ext cx="59638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6" name="직사각형 3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6842" y="6255121"/>
                  <a:ext cx="596382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직사각형 316"/>
                <p:cNvSpPr/>
                <p:nvPr/>
              </p:nvSpPr>
              <p:spPr>
                <a:xfrm>
                  <a:off x="11611995" y="5476614"/>
                  <a:ext cx="5755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7" name="직사각형 3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1995" y="5476614"/>
                  <a:ext cx="575542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꺾인 연결선 24"/>
            <p:cNvCxnSpPr/>
            <p:nvPr/>
          </p:nvCxnSpPr>
          <p:spPr>
            <a:xfrm flipV="1">
              <a:off x="13358945" y="4378559"/>
              <a:ext cx="4598871" cy="298800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모서리가 둥근 직사각형 33"/>
            <p:cNvSpPr/>
            <p:nvPr/>
          </p:nvSpPr>
          <p:spPr>
            <a:xfrm>
              <a:off x="17202202" y="3702919"/>
              <a:ext cx="1521388" cy="6350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Query-Query Alignment</a:t>
              </a:r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1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6333860" y="3786419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직사각형 321"/>
                <p:cNvSpPr/>
                <p:nvPr/>
              </p:nvSpPr>
              <p:spPr>
                <a:xfrm>
                  <a:off x="16362515" y="3851142"/>
                  <a:ext cx="41549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2" name="직사각형 3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62515" y="3851142"/>
                  <a:ext cx="415498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3" name="직선 화살표 연결선 322"/>
            <p:cNvCxnSpPr/>
            <p:nvPr/>
          </p:nvCxnSpPr>
          <p:spPr>
            <a:xfrm flipH="1">
              <a:off x="16817100" y="4020419"/>
              <a:ext cx="385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3476369" y="3786419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8" name="직사각형 327"/>
                <p:cNvSpPr/>
                <p:nvPr/>
              </p:nvSpPr>
              <p:spPr>
                <a:xfrm>
                  <a:off x="13504047" y="3851142"/>
                  <a:ext cx="47000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8" name="직사각형 3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04047" y="3851142"/>
                  <a:ext cx="470000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9" name="꺾인 연결선 328"/>
            <p:cNvCxnSpPr/>
            <p:nvPr/>
          </p:nvCxnSpPr>
          <p:spPr>
            <a:xfrm>
              <a:off x="13357666" y="3226803"/>
              <a:ext cx="1772966" cy="45000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모서리가 둥근 직사각형 329"/>
            <p:cNvSpPr/>
            <p:nvPr/>
          </p:nvSpPr>
          <p:spPr>
            <a:xfrm>
              <a:off x="14375018" y="3702919"/>
              <a:ext cx="1521388" cy="6350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</a:t>
              </a:r>
            </a:p>
            <a:p>
              <a:pPr algn="ctr"/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Rearrange</a:t>
              </a:r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1" name="직선 화살표 연결선 330"/>
            <p:cNvCxnSpPr/>
            <p:nvPr/>
          </p:nvCxnSpPr>
          <p:spPr>
            <a:xfrm flipH="1">
              <a:off x="13989916" y="4020419"/>
              <a:ext cx="385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직선 화살표 연결선 331"/>
            <p:cNvCxnSpPr/>
            <p:nvPr/>
          </p:nvCxnSpPr>
          <p:spPr>
            <a:xfrm flipH="1">
              <a:off x="15914962" y="4020419"/>
              <a:ext cx="385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꺾인 연결선 332"/>
            <p:cNvCxnSpPr/>
            <p:nvPr/>
          </p:nvCxnSpPr>
          <p:spPr>
            <a:xfrm>
              <a:off x="13360345" y="2469581"/>
              <a:ext cx="4608000" cy="120600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288740BC-425D-4A15-B4E5-D5844FB2ED0F}"/>
                </a:ext>
              </a:extLst>
            </p:cNvPr>
            <p:cNvGrpSpPr/>
            <p:nvPr/>
          </p:nvGrpSpPr>
          <p:grpSpPr>
            <a:xfrm>
              <a:off x="18435251" y="5262215"/>
              <a:ext cx="863491" cy="817764"/>
              <a:chOff x="17452243" y="5298065"/>
              <a:chExt cx="863491" cy="817764"/>
            </a:xfrm>
          </p:grpSpPr>
          <p:sp>
            <p:nvSpPr>
              <p:cNvPr id="336" name="사각형: 둥근 모서리 10">
                <a:extLst>
                  <a:ext uri="{FF2B5EF4-FFF2-40B4-BE49-F238E27FC236}">
                    <a16:creationId xmlns:a16="http://schemas.microsoft.com/office/drawing/2014/main" id="{465FE873-85BA-4457-A275-18A98A3FA10B}"/>
                  </a:ext>
                </a:extLst>
              </p:cNvPr>
              <p:cNvSpPr/>
              <p:nvPr/>
            </p:nvSpPr>
            <p:spPr>
              <a:xfrm>
                <a:off x="17452243" y="5298065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직사각형 336"/>
                  <p:cNvSpPr/>
                  <p:nvPr/>
                </p:nvSpPr>
                <p:spPr>
                  <a:xfrm>
                    <a:off x="17455114" y="5458128"/>
                    <a:ext cx="860620" cy="4653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7" name="직사각형 33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55114" y="5458128"/>
                    <a:ext cx="860620" cy="4653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389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8" name="꺾인 연결선 337"/>
            <p:cNvCxnSpPr>
              <a:endCxn id="339" idx="0"/>
            </p:cNvCxnSpPr>
            <p:nvPr/>
          </p:nvCxnSpPr>
          <p:spPr>
            <a:xfrm>
              <a:off x="13728179" y="5310945"/>
              <a:ext cx="1725605" cy="360435"/>
            </a:xfrm>
            <a:prstGeom prst="bentConnector3">
              <a:avLst>
                <a:gd name="adj1" fmla="val 543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사다리꼴 338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15165915" y="5550648"/>
              <a:ext cx="817200" cy="241463"/>
            </a:xfrm>
            <a:prstGeom prst="trapezoid">
              <a:avLst>
                <a:gd name="adj" fmla="val 41230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0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5765832" y="5262215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직사각형 340"/>
                <p:cNvSpPr/>
                <p:nvPr/>
              </p:nvSpPr>
              <p:spPr>
                <a:xfrm>
                  <a:off x="15768703" y="5422278"/>
                  <a:ext cx="826572" cy="4653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1" name="직사각형 3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68703" y="5422278"/>
                  <a:ext cx="826572" cy="465320"/>
                </a:xfrm>
                <a:prstGeom prst="rect">
                  <a:avLst/>
                </a:prstGeom>
                <a:blipFill>
                  <a:blip r:embed="rId17"/>
                  <a:stretch>
                    <a:fillRect b="-389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7" name="직선 화살표 연결선 366"/>
            <p:cNvCxnSpPr/>
            <p:nvPr/>
          </p:nvCxnSpPr>
          <p:spPr>
            <a:xfrm>
              <a:off x="19298742" y="5670949"/>
              <a:ext cx="7747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직사각형 368"/>
                <p:cNvSpPr/>
                <p:nvPr/>
              </p:nvSpPr>
              <p:spPr>
                <a:xfrm>
                  <a:off x="16422556" y="8822157"/>
                  <a:ext cx="3011722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2400" b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⨉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en-US" altLang="ko-KR" sz="240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Steps </a:t>
                  </a:r>
                  <a:endParaRPr lang="ko-KR" altLang="en-US" sz="2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9" name="직사각형 3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22556" y="8822157"/>
                  <a:ext cx="3011722" cy="461665"/>
                </a:xfrm>
                <a:prstGeom prst="rect">
                  <a:avLst/>
                </a:prstGeom>
                <a:blipFill>
                  <a:blip r:embed="rId18"/>
                  <a:stretch>
                    <a:fillRect t="-11842" r="-5466" b="-28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직사각형 19"/>
            <p:cNvSpPr/>
            <p:nvPr/>
          </p:nvSpPr>
          <p:spPr>
            <a:xfrm>
              <a:off x="17944676" y="5537506"/>
              <a:ext cx="192088" cy="273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5" name="직선 화살표 연결선 344"/>
            <p:cNvCxnSpPr>
              <a:cxnSpLocks/>
            </p:cNvCxnSpPr>
            <p:nvPr/>
          </p:nvCxnSpPr>
          <p:spPr>
            <a:xfrm>
              <a:off x="16595275" y="5671097"/>
              <a:ext cx="18184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원호 15"/>
            <p:cNvSpPr/>
            <p:nvPr/>
          </p:nvSpPr>
          <p:spPr>
            <a:xfrm rot="13500000">
              <a:off x="17892265" y="5457208"/>
              <a:ext cx="432000" cy="4320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16811515" y="5317492"/>
              <a:ext cx="9412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Denoise</a:t>
              </a:r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 rot="2700000">
              <a:off x="17953221" y="5527416"/>
              <a:ext cx="36000" cy="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 rot="2700000">
              <a:off x="17963218" y="5794695"/>
              <a:ext cx="36000" cy="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635847" y="6723575"/>
              <a:ext cx="10054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Initialize</a:t>
              </a:r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직선 연결선 8"/>
            <p:cNvCxnSpPr>
              <a:cxnSpLocks/>
            </p:cNvCxnSpPr>
            <p:nvPr/>
          </p:nvCxnSpPr>
          <p:spPr>
            <a:xfrm flipV="1">
              <a:off x="18664144" y="1955359"/>
              <a:ext cx="862017" cy="1744176"/>
            </a:xfrm>
            <a:prstGeom prst="line">
              <a:avLst/>
            </a:prstGeom>
            <a:ln w="28575">
              <a:solidFill>
                <a:srgbClr val="FFD966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E0EADA3C-28E2-45EB-80FB-2C96192F2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59642" y="1955359"/>
              <a:ext cx="2097861" cy="2097861"/>
            </a:xfrm>
            <a:prstGeom prst="rect">
              <a:avLst/>
            </a:prstGeom>
            <a:ln w="76200">
              <a:solidFill>
                <a:srgbClr val="FFD966"/>
              </a:solidFill>
            </a:ln>
          </p:spPr>
        </p:pic>
        <p:sp>
          <p:nvSpPr>
            <p:cNvPr id="123" name="사다리꼴 122">
              <a:extLst>
                <a:ext uri="{FF2B5EF4-FFF2-40B4-BE49-F238E27FC236}">
                  <a16:creationId xmlns:a16="http://schemas.microsoft.com/office/drawing/2014/main" id="{F1E05E29-2ACD-44B9-9109-20C37FE6717E}"/>
                </a:ext>
              </a:extLst>
            </p:cNvPr>
            <p:cNvSpPr/>
            <p:nvPr/>
          </p:nvSpPr>
          <p:spPr>
            <a:xfrm rot="5400000">
              <a:off x="10886927" y="3138871"/>
              <a:ext cx="817764" cy="215864"/>
            </a:xfrm>
            <a:prstGeom prst="trapezoid">
              <a:avLst>
                <a:gd name="adj" fmla="val 110694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/>
            </a:p>
          </p:txBody>
        </p:sp>
        <p:sp>
          <p:nvSpPr>
            <p:cNvPr id="124" name="사다리꼴 123">
              <a:extLst>
                <a:ext uri="{FF2B5EF4-FFF2-40B4-BE49-F238E27FC236}">
                  <a16:creationId xmlns:a16="http://schemas.microsoft.com/office/drawing/2014/main" id="{B843E24B-2FDE-4458-9849-23DB1CB8DF91}"/>
                </a:ext>
              </a:extLst>
            </p:cNvPr>
            <p:cNvSpPr/>
            <p:nvPr/>
          </p:nvSpPr>
          <p:spPr>
            <a:xfrm rot="5400000">
              <a:off x="10886927" y="8026777"/>
              <a:ext cx="817764" cy="215864"/>
            </a:xfrm>
            <a:prstGeom prst="trapezoid">
              <a:avLst>
                <a:gd name="adj" fmla="val 110694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/>
            </a:p>
          </p:txBody>
        </p:sp>
        <p:sp>
          <p:nvSpPr>
            <p:cNvPr id="125" name="사다리꼴 124">
              <a:extLst>
                <a:ext uri="{FF2B5EF4-FFF2-40B4-BE49-F238E27FC236}">
                  <a16:creationId xmlns:a16="http://schemas.microsoft.com/office/drawing/2014/main" id="{755F52E5-AE8A-438C-B672-0115CD71A7E9}"/>
                </a:ext>
              </a:extLst>
            </p:cNvPr>
            <p:cNvSpPr/>
            <p:nvPr/>
          </p:nvSpPr>
          <p:spPr>
            <a:xfrm rot="5400000">
              <a:off x="10886927" y="5563017"/>
              <a:ext cx="817764" cy="215864"/>
            </a:xfrm>
            <a:prstGeom prst="trapezoid">
              <a:avLst>
                <a:gd name="adj" fmla="val 110694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직사각형 362"/>
                <p:cNvSpPr/>
                <p:nvPr/>
              </p:nvSpPr>
              <p:spPr>
                <a:xfrm>
                  <a:off x="22465248" y="6954178"/>
                  <a:ext cx="1010341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3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ko-KR" altLang="en-US" sz="3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3" name="직사각형 3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65248" y="6954178"/>
                  <a:ext cx="1010341" cy="64633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20103749" y="5244889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직사각형 365"/>
                <p:cNvSpPr/>
                <p:nvPr/>
              </p:nvSpPr>
              <p:spPr>
                <a:xfrm>
                  <a:off x="20106620" y="5404952"/>
                  <a:ext cx="824393" cy="46647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6" name="직사각형 3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6620" y="5404952"/>
                  <a:ext cx="824393" cy="466474"/>
                </a:xfrm>
                <a:prstGeom prst="rect">
                  <a:avLst/>
                </a:prstGeom>
                <a:blipFill>
                  <a:blip r:embed="rId21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사다리꼴 117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20032936" y="5334404"/>
              <a:ext cx="2502005" cy="645669"/>
            </a:xfrm>
            <a:prstGeom prst="trapezoid">
              <a:avLst>
                <a:gd name="adj" fmla="val 127440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8908911-6FBD-4DD3-A1CA-62BE7C55BCAA}"/>
                </a:ext>
              </a:extLst>
            </p:cNvPr>
            <p:cNvSpPr txBox="1"/>
            <p:nvPr/>
          </p:nvSpPr>
          <p:spPr>
            <a:xfrm rot="16200000">
              <a:off x="20657930" y="5414130"/>
              <a:ext cx="12266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</a:t>
              </a:r>
              <a:endParaRPr lang="ko-KR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5438205C-2600-4FAA-9A5D-48AE66049C8E}"/>
                </a:ext>
              </a:extLst>
            </p:cNvPr>
            <p:cNvGrpSpPr/>
            <p:nvPr/>
          </p:nvGrpSpPr>
          <p:grpSpPr>
            <a:xfrm>
              <a:off x="6619340" y="2844473"/>
              <a:ext cx="866006" cy="817764"/>
              <a:chOff x="6759139" y="2872577"/>
              <a:chExt cx="866006" cy="817764"/>
            </a:xfrm>
          </p:grpSpPr>
          <p:sp>
            <p:nvSpPr>
              <p:cNvPr id="98" name="사각형: 둥근 모서리 10">
                <a:extLst>
                  <a:ext uri="{FF2B5EF4-FFF2-40B4-BE49-F238E27FC236}">
                    <a16:creationId xmlns:a16="http://schemas.microsoft.com/office/drawing/2014/main" id="{465FE873-85BA-4457-A275-18A98A3FA10B}"/>
                  </a:ext>
                </a:extLst>
              </p:cNvPr>
              <p:cNvSpPr/>
              <p:nvPr/>
            </p:nvSpPr>
            <p:spPr>
              <a:xfrm>
                <a:off x="6766428" y="2872577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직사각형 98"/>
                  <p:cNvSpPr/>
                  <p:nvPr/>
                </p:nvSpPr>
                <p:spPr>
                  <a:xfrm>
                    <a:off x="6759139" y="3032640"/>
                    <a:ext cx="866006" cy="4978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𝑎𝑝𝑝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직사각형 9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59139" y="3032640"/>
                    <a:ext cx="866006" cy="49782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487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BBEF5947-B38D-4DE1-84F6-ED2ACCCBE731}"/>
                </a:ext>
              </a:extLst>
            </p:cNvPr>
            <p:cNvGrpSpPr/>
            <p:nvPr/>
          </p:nvGrpSpPr>
          <p:grpSpPr>
            <a:xfrm>
              <a:off x="6619340" y="7707905"/>
              <a:ext cx="825713" cy="817764"/>
              <a:chOff x="6766428" y="7759575"/>
              <a:chExt cx="825713" cy="817764"/>
            </a:xfrm>
          </p:grpSpPr>
          <p:sp>
            <p:nvSpPr>
              <p:cNvPr id="100" name="사각형: 둥근 모서리 10">
                <a:extLst>
                  <a:ext uri="{FF2B5EF4-FFF2-40B4-BE49-F238E27FC236}">
                    <a16:creationId xmlns:a16="http://schemas.microsoft.com/office/drawing/2014/main" id="{465FE873-85BA-4457-A275-18A98A3FA10B}"/>
                  </a:ext>
                </a:extLst>
              </p:cNvPr>
              <p:cNvSpPr/>
              <p:nvPr/>
            </p:nvSpPr>
            <p:spPr>
              <a:xfrm>
                <a:off x="6766428" y="7759575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직사각형 100"/>
                  <p:cNvSpPr/>
                  <p:nvPr/>
                </p:nvSpPr>
                <p:spPr>
                  <a:xfrm>
                    <a:off x="6809939" y="7924718"/>
                    <a:ext cx="782202" cy="46435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𝑠𝑡𝑟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1" name="직사각형 10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9939" y="7924718"/>
                    <a:ext cx="782202" cy="464358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394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1" name="직선 화살표 연결선 110"/>
            <p:cNvCxnSpPr/>
            <p:nvPr/>
          </p:nvCxnSpPr>
          <p:spPr>
            <a:xfrm rot="16200000">
              <a:off x="7874242" y="6912341"/>
              <a:ext cx="154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직사각형 1"/>
                <p:cNvSpPr/>
                <p:nvPr/>
              </p:nvSpPr>
              <p:spPr>
                <a:xfrm>
                  <a:off x="838689" y="2793978"/>
                  <a:ext cx="1076064" cy="69570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36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app</m:t>
                            </m:r>
                          </m:sub>
                        </m:sSub>
                      </m:oMath>
                    </m:oMathPara>
                  </a14:m>
                  <a:endParaRPr lang="ko-KR" altLang="en-US" sz="3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직사각형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89" y="2793978"/>
                  <a:ext cx="1076064" cy="69570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직사각형 113"/>
                <p:cNvSpPr/>
                <p:nvPr/>
              </p:nvSpPr>
              <p:spPr>
                <a:xfrm>
                  <a:off x="934094" y="7675723"/>
                  <a:ext cx="922176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3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str</m:t>
                            </m:r>
                          </m:sub>
                        </m:sSub>
                      </m:oMath>
                    </m:oMathPara>
                  </a14:m>
                  <a:endParaRPr lang="ko-KR" altLang="en-US" sz="3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" name="직사각형 1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094" y="7675723"/>
                  <a:ext cx="922176" cy="64633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8" name="직선 화살표 연결선 207"/>
            <p:cNvCxnSpPr>
              <a:cxnSpLocks/>
            </p:cNvCxnSpPr>
            <p:nvPr/>
          </p:nvCxnSpPr>
          <p:spPr>
            <a:xfrm flipV="1">
              <a:off x="5207496" y="3245603"/>
              <a:ext cx="1397208" cy="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직사각형 370"/>
            <p:cNvSpPr/>
            <p:nvPr/>
          </p:nvSpPr>
          <p:spPr>
            <a:xfrm>
              <a:off x="5254559" y="2789107"/>
              <a:ext cx="13468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40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Inversion</a:t>
              </a:r>
              <a:endParaRPr lang="ko-KR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4BDF524-BD2B-4682-956C-F25889528409}"/>
                </a:ext>
              </a:extLst>
            </p:cNvPr>
            <p:cNvGrpSpPr/>
            <p:nvPr/>
          </p:nvGrpSpPr>
          <p:grpSpPr>
            <a:xfrm>
              <a:off x="4587059" y="1947443"/>
              <a:ext cx="645669" cy="2617192"/>
              <a:chOff x="5670231" y="2017741"/>
              <a:chExt cx="645669" cy="2502005"/>
            </a:xfrm>
          </p:grpSpPr>
          <p:sp>
            <p:nvSpPr>
              <p:cNvPr id="252" name="사다리꼴 251">
                <a:extLst>
                  <a:ext uri="{FF2B5EF4-FFF2-40B4-BE49-F238E27FC236}">
                    <a16:creationId xmlns:a16="http://schemas.microsoft.com/office/drawing/2014/main" id="{55807871-9097-4217-97D6-7BF20F7DC991}"/>
                  </a:ext>
                </a:extLst>
              </p:cNvPr>
              <p:cNvSpPr/>
              <p:nvPr/>
            </p:nvSpPr>
            <p:spPr>
              <a:xfrm rot="5400000">
                <a:off x="4742063" y="2945909"/>
                <a:ext cx="2502005" cy="645669"/>
              </a:xfrm>
              <a:prstGeom prst="trapezoid">
                <a:avLst>
                  <a:gd name="adj" fmla="val 127440"/>
                </a:avLst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F03531-5974-43E9-90D9-23A02F309EB9}"/>
                  </a:ext>
                </a:extLst>
              </p:cNvPr>
              <p:cNvSpPr txBox="1"/>
              <p:nvPr/>
            </p:nvSpPr>
            <p:spPr>
              <a:xfrm rot="16200000">
                <a:off x="5339735" y="3006420"/>
                <a:ext cx="1208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Encoder</a:t>
                </a:r>
                <a:endParaRPr lang="ko-KR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F79DC25-0920-4E20-B80C-AA98893611AF}"/>
                </a:ext>
              </a:extLst>
            </p:cNvPr>
            <p:cNvGrpSpPr/>
            <p:nvPr/>
          </p:nvGrpSpPr>
          <p:grpSpPr>
            <a:xfrm>
              <a:off x="4587059" y="6824264"/>
              <a:ext cx="645669" cy="2616649"/>
              <a:chOff x="4587059" y="6824264"/>
              <a:chExt cx="645669" cy="2616649"/>
            </a:xfrm>
          </p:grpSpPr>
          <p:sp>
            <p:nvSpPr>
              <p:cNvPr id="113" name="사다리꼴 112">
                <a:extLst>
                  <a:ext uri="{FF2B5EF4-FFF2-40B4-BE49-F238E27FC236}">
                    <a16:creationId xmlns:a16="http://schemas.microsoft.com/office/drawing/2014/main" id="{55807871-9097-4217-97D6-7BF20F7DC991}"/>
                  </a:ext>
                </a:extLst>
              </p:cNvPr>
              <p:cNvSpPr/>
              <p:nvPr/>
            </p:nvSpPr>
            <p:spPr>
              <a:xfrm rot="5400000">
                <a:off x="3601569" y="7809754"/>
                <a:ext cx="2616649" cy="645669"/>
              </a:xfrm>
              <a:prstGeom prst="trapezoid">
                <a:avLst>
                  <a:gd name="adj" fmla="val 127440"/>
                </a:avLst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CE0D1E6-F33F-4C3C-960B-09DA0A9FFE80}"/>
                  </a:ext>
                </a:extLst>
              </p:cNvPr>
              <p:cNvSpPr txBox="1"/>
              <p:nvPr/>
            </p:nvSpPr>
            <p:spPr>
              <a:xfrm rot="16200000">
                <a:off x="4267739" y="7885955"/>
                <a:ext cx="1208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Encoder</a:t>
                </a:r>
                <a:endParaRPr lang="ko-KR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5" name="사각형: 둥근 모서리 10">
              <a:extLst>
                <a:ext uri="{FF2B5EF4-FFF2-40B4-BE49-F238E27FC236}">
                  <a16:creationId xmlns:a16="http://schemas.microsoft.com/office/drawing/2014/main" id="{C1DF0A0D-8B85-45AA-BD87-F86AD1D59DBE}"/>
                </a:ext>
              </a:extLst>
            </p:cNvPr>
            <p:cNvSpPr/>
            <p:nvPr/>
          </p:nvSpPr>
          <p:spPr>
            <a:xfrm>
              <a:off x="10307415" y="2839116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644C9FAA-F4B0-487B-861A-66B2B003FCE7}"/>
                    </a:ext>
                  </a:extLst>
                </p:cNvPr>
                <p:cNvSpPr/>
                <p:nvPr/>
              </p:nvSpPr>
              <p:spPr>
                <a:xfrm>
                  <a:off x="10300126" y="2999179"/>
                  <a:ext cx="866006" cy="4931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644C9FAA-F4B0-487B-861A-66B2B003FC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0126" y="2999179"/>
                  <a:ext cx="866006" cy="493148"/>
                </a:xfrm>
                <a:prstGeom prst="rect">
                  <a:avLst/>
                </a:prstGeom>
                <a:blipFill>
                  <a:blip r:embed="rId26"/>
                  <a:stretch>
                    <a:fillRect b="-49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사각형: 둥근 모서리 10">
              <a:extLst>
                <a:ext uri="{FF2B5EF4-FFF2-40B4-BE49-F238E27FC236}">
                  <a16:creationId xmlns:a16="http://schemas.microsoft.com/office/drawing/2014/main" id="{51F529B2-02A3-4E1C-82E7-46468944E61A}"/>
                </a:ext>
              </a:extLst>
            </p:cNvPr>
            <p:cNvSpPr/>
            <p:nvPr/>
          </p:nvSpPr>
          <p:spPr>
            <a:xfrm>
              <a:off x="10307415" y="7727022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590FE179-0FBE-4D41-877A-490E17392898}"/>
                    </a:ext>
                  </a:extLst>
                </p:cNvPr>
                <p:cNvSpPr/>
                <p:nvPr/>
              </p:nvSpPr>
              <p:spPr>
                <a:xfrm>
                  <a:off x="10350926" y="7892165"/>
                  <a:ext cx="78220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590FE179-0FBE-4D41-877A-490E173928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926" y="7892165"/>
                  <a:ext cx="782202" cy="461665"/>
                </a:xfrm>
                <a:prstGeom prst="rect">
                  <a:avLst/>
                </a:prstGeom>
                <a:blipFill>
                  <a:blip r:embed="rId2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사각형: 둥근 모서리 10">
              <a:extLst>
                <a:ext uri="{FF2B5EF4-FFF2-40B4-BE49-F238E27FC236}">
                  <a16:creationId xmlns:a16="http://schemas.microsoft.com/office/drawing/2014/main" id="{D0FDDC0B-D2CD-4FB8-AC3D-BF63F9C09820}"/>
                </a:ext>
              </a:extLst>
            </p:cNvPr>
            <p:cNvSpPr/>
            <p:nvPr/>
          </p:nvSpPr>
          <p:spPr>
            <a:xfrm>
              <a:off x="10307415" y="5263262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직사각형 139">
                  <a:extLst>
                    <a:ext uri="{FF2B5EF4-FFF2-40B4-BE49-F238E27FC236}">
                      <a16:creationId xmlns:a16="http://schemas.microsoft.com/office/drawing/2014/main" id="{8102646A-F22B-4F01-B0B8-F4CBEEDF3C46}"/>
                    </a:ext>
                  </a:extLst>
                </p:cNvPr>
                <p:cNvSpPr/>
                <p:nvPr/>
              </p:nvSpPr>
              <p:spPr>
                <a:xfrm>
                  <a:off x="10310286" y="5423325"/>
                  <a:ext cx="82439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0" name="직사각형 139">
                  <a:extLst>
                    <a:ext uri="{FF2B5EF4-FFF2-40B4-BE49-F238E27FC236}">
                      <a16:creationId xmlns:a16="http://schemas.microsoft.com/office/drawing/2014/main" id="{8102646A-F22B-4F01-B0B8-F4CBEEDF3C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0286" y="5423325"/>
                  <a:ext cx="824392" cy="461665"/>
                </a:xfrm>
                <a:prstGeom prst="rect">
                  <a:avLst/>
                </a:prstGeom>
                <a:blipFill>
                  <a:blip r:embed="rId2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1A104708-9CDC-43F5-B40D-A00CCAAA15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6713" y="8124126"/>
              <a:ext cx="1397208" cy="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5F54B7F3-65DC-437E-92EB-346EA2688586}"/>
                </a:ext>
              </a:extLst>
            </p:cNvPr>
            <p:cNvSpPr/>
            <p:nvPr/>
          </p:nvSpPr>
          <p:spPr>
            <a:xfrm>
              <a:off x="5243776" y="7667630"/>
              <a:ext cx="13468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40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Inversion</a:t>
              </a:r>
              <a:endParaRPr lang="ko-KR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996D6DE5-B519-4C3A-A7A9-C4C62F21A548}"/>
                </a:ext>
              </a:extLst>
            </p:cNvPr>
            <p:cNvCxnSpPr>
              <a:cxnSpLocks/>
            </p:cNvCxnSpPr>
            <p:nvPr/>
          </p:nvCxnSpPr>
          <p:spPr>
            <a:xfrm>
              <a:off x="7420009" y="8125509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B1485D91-1B28-4BD9-8BFB-CA43EFB31CB7}"/>
                    </a:ext>
                  </a:extLst>
                </p:cNvPr>
                <p:cNvSpPr/>
                <p:nvPr/>
              </p:nvSpPr>
              <p:spPr>
                <a:xfrm>
                  <a:off x="6961196" y="5535384"/>
                  <a:ext cx="1308864" cy="32438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ko-KR" sz="1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𝑠𝑘𝑖𝑝</m:t>
                          </m:r>
                        </m:sub>
                      </m:sSub>
                    </m:oMath>
                  </a14:m>
                  <a:endParaRPr lang="ko-KR" altLang="en-US" sz="1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B1485D91-1B28-4BD9-8BFB-CA43EFB31C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1196" y="5535384"/>
                  <a:ext cx="1308864" cy="324384"/>
                </a:xfrm>
                <a:prstGeom prst="rect">
                  <a:avLst/>
                </a:prstGeom>
                <a:blipFill>
                  <a:blip r:embed="rId29"/>
                  <a:stretch>
                    <a:fillRect t="-3774" b="-1509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67F81791-FC28-4CF0-9497-A77DA8ED9A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23590" y="4053221"/>
              <a:ext cx="829375" cy="284698"/>
            </a:xfrm>
            <a:prstGeom prst="line">
              <a:avLst/>
            </a:prstGeom>
            <a:ln w="28575">
              <a:solidFill>
                <a:srgbClr val="FFD966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E7BE52A5-9BC3-4093-8BFC-14406635A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4260" y="1947443"/>
              <a:ext cx="2610000" cy="2610000"/>
            </a:xfrm>
            <a:prstGeom prst="rect">
              <a:avLst/>
            </a:prstGeom>
            <a:ln w="76200">
              <a:solidFill>
                <a:srgbClr val="F8CBAD"/>
              </a:solidFill>
            </a:ln>
          </p:spPr>
        </p:pic>
        <p:pic>
          <p:nvPicPr>
            <p:cNvPr id="241" name="그림 240">
              <a:extLst>
                <a:ext uri="{FF2B5EF4-FFF2-40B4-BE49-F238E27FC236}">
                  <a16:creationId xmlns:a16="http://schemas.microsoft.com/office/drawing/2014/main" id="{4B8A56B7-C805-4D79-8138-46B2D8887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4016" y="6842267"/>
              <a:ext cx="2610000" cy="2610000"/>
            </a:xfrm>
            <a:prstGeom prst="rect">
              <a:avLst/>
            </a:prstGeom>
            <a:ln w="76200">
              <a:solidFill>
                <a:srgbClr val="BDD7EE"/>
              </a:solidFill>
            </a:ln>
          </p:spPr>
        </p:pic>
        <p:pic>
          <p:nvPicPr>
            <p:cNvPr id="243" name="그림 242">
              <a:extLst>
                <a:ext uri="{FF2B5EF4-FFF2-40B4-BE49-F238E27FC236}">
                  <a16:creationId xmlns:a16="http://schemas.microsoft.com/office/drawing/2014/main" id="{F630C5EC-BC4A-4F2D-96BF-BAF0817E2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25480" y="4381824"/>
              <a:ext cx="2610000" cy="2610000"/>
            </a:xfrm>
            <a:prstGeom prst="rect">
              <a:avLst/>
            </a:prstGeom>
            <a:ln w="76200">
              <a:solidFill>
                <a:srgbClr val="C5E0B4"/>
              </a:solidFill>
            </a:ln>
          </p:spPr>
        </p:pic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74F07145-ECAA-43BE-A0D0-FA56E2C0A525}"/>
                </a:ext>
              </a:extLst>
            </p:cNvPr>
            <p:cNvGrpSpPr/>
            <p:nvPr/>
          </p:nvGrpSpPr>
          <p:grpSpPr>
            <a:xfrm>
              <a:off x="8207253" y="7707905"/>
              <a:ext cx="825712" cy="817764"/>
              <a:chOff x="6766428" y="7759575"/>
              <a:chExt cx="825712" cy="817764"/>
            </a:xfrm>
          </p:grpSpPr>
          <p:sp>
            <p:nvSpPr>
              <p:cNvPr id="119" name="사각형: 둥근 모서리 10">
                <a:extLst>
                  <a:ext uri="{FF2B5EF4-FFF2-40B4-BE49-F238E27FC236}">
                    <a16:creationId xmlns:a16="http://schemas.microsoft.com/office/drawing/2014/main" id="{9BECD793-5EFF-414F-B3EA-8A71585CDCD7}"/>
                  </a:ext>
                </a:extLst>
              </p:cNvPr>
              <p:cNvSpPr/>
              <p:nvPr/>
            </p:nvSpPr>
            <p:spPr>
              <a:xfrm>
                <a:off x="6766428" y="7759575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AFA3F158-C49E-4F49-81E2-A1F392774B75}"/>
                      </a:ext>
                    </a:extLst>
                  </p:cNvPr>
                  <p:cNvSpPr/>
                  <p:nvPr/>
                </p:nvSpPr>
                <p:spPr>
                  <a:xfrm>
                    <a:off x="6809939" y="7924718"/>
                    <a:ext cx="782201" cy="5156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𝑠𝑡𝑟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AFA3F158-C49E-4F49-81E2-A1F392774B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9939" y="7924718"/>
                    <a:ext cx="782201" cy="515654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D1384784-A8A4-4B94-A583-1C6E4FD939C1}"/>
                </a:ext>
              </a:extLst>
            </p:cNvPr>
            <p:cNvCxnSpPr>
              <a:cxnSpLocks/>
            </p:cNvCxnSpPr>
            <p:nvPr/>
          </p:nvCxnSpPr>
          <p:spPr>
            <a:xfrm>
              <a:off x="9006582" y="8124126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95953133-B8A5-44FE-BDE6-5432FEFD0E55}"/>
                </a:ext>
              </a:extLst>
            </p:cNvPr>
            <p:cNvGrpSpPr/>
            <p:nvPr/>
          </p:nvGrpSpPr>
          <p:grpSpPr>
            <a:xfrm>
              <a:off x="8207253" y="2844473"/>
              <a:ext cx="874022" cy="817764"/>
              <a:chOff x="6759139" y="2872577"/>
              <a:chExt cx="874022" cy="817764"/>
            </a:xfrm>
          </p:grpSpPr>
          <p:sp>
            <p:nvSpPr>
              <p:cNvPr id="126" name="사각형: 둥근 모서리 10">
                <a:extLst>
                  <a:ext uri="{FF2B5EF4-FFF2-40B4-BE49-F238E27FC236}">
                    <a16:creationId xmlns:a16="http://schemas.microsoft.com/office/drawing/2014/main" id="{BA945831-391C-4FD1-B5C1-238DA93828BC}"/>
                  </a:ext>
                </a:extLst>
              </p:cNvPr>
              <p:cNvSpPr/>
              <p:nvPr/>
            </p:nvSpPr>
            <p:spPr>
              <a:xfrm>
                <a:off x="6766428" y="2872577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14F6A9E1-1A02-4929-889F-DA806672B177}"/>
                      </a:ext>
                    </a:extLst>
                  </p:cNvPr>
                  <p:cNvSpPr/>
                  <p:nvPr/>
                </p:nvSpPr>
                <p:spPr>
                  <a:xfrm>
                    <a:off x="6759139" y="3032640"/>
                    <a:ext cx="874022" cy="54912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𝑎𝑝𝑝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14F6A9E1-1A02-4929-889F-DA806672B17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59139" y="3032640"/>
                    <a:ext cx="874022" cy="549125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9" name="직선 화살표 연결선 128">
              <a:extLst>
                <a:ext uri="{FF2B5EF4-FFF2-40B4-BE49-F238E27FC236}">
                  <a16:creationId xmlns:a16="http://schemas.microsoft.com/office/drawing/2014/main" id="{A1D3029B-A803-4460-91F1-E4A848C88BF6}"/>
                </a:ext>
              </a:extLst>
            </p:cNvPr>
            <p:cNvCxnSpPr>
              <a:cxnSpLocks/>
            </p:cNvCxnSpPr>
            <p:nvPr/>
          </p:nvCxnSpPr>
          <p:spPr>
            <a:xfrm>
              <a:off x="7424504" y="3241999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9A26E3CD-03B8-49A8-8741-A9C668F64470}"/>
                </a:ext>
              </a:extLst>
            </p:cNvPr>
            <p:cNvCxnSpPr>
              <a:cxnSpLocks/>
            </p:cNvCxnSpPr>
            <p:nvPr/>
          </p:nvCxnSpPr>
          <p:spPr>
            <a:xfrm>
              <a:off x="9006582" y="3241999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A072E49D-C876-44DC-9AAD-0364CE218802}"/>
                    </a:ext>
                  </a:extLst>
                </p:cNvPr>
                <p:cNvSpPr/>
                <p:nvPr/>
              </p:nvSpPr>
              <p:spPr>
                <a:xfrm>
                  <a:off x="7456113" y="8169249"/>
                  <a:ext cx="782202" cy="35753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𝑠𝑘𝑖𝑝</m:t>
                            </m:r>
                          </m:sub>
                        </m:sSub>
                      </m:oMath>
                    </m:oMathPara>
                  </a14:m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A072E49D-C876-44DC-9AAD-0364CE2188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6113" y="8169249"/>
                  <a:ext cx="782202" cy="357534"/>
                </a:xfrm>
                <a:prstGeom prst="rect">
                  <a:avLst/>
                </a:prstGeom>
                <a:blipFill>
                  <a:blip r:embed="rId35"/>
                  <a:stretch>
                    <a:fillRect b="-678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B07B1525-131F-4041-97D0-1873A5123433}"/>
                    </a:ext>
                  </a:extLst>
                </p:cNvPr>
                <p:cNvSpPr/>
                <p:nvPr/>
              </p:nvSpPr>
              <p:spPr>
                <a:xfrm>
                  <a:off x="7443356" y="3290259"/>
                  <a:ext cx="782202" cy="35753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𝑠𝑘𝑖𝑝</m:t>
                            </m:r>
                          </m:sub>
                        </m:sSub>
                      </m:oMath>
                    </m:oMathPara>
                  </a14:m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B07B1525-131F-4041-97D0-1873A51234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3356" y="3290259"/>
                  <a:ext cx="782202" cy="357534"/>
                </a:xfrm>
                <a:prstGeom prst="rect">
                  <a:avLst/>
                </a:prstGeom>
                <a:blipFill>
                  <a:blip r:embed="rId36"/>
                  <a:stretch>
                    <a:fillRect b="-862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00400CC-D560-473B-959D-E247A79E66AA}"/>
                </a:ext>
              </a:extLst>
            </p:cNvPr>
            <p:cNvGrpSpPr/>
            <p:nvPr/>
          </p:nvGrpSpPr>
          <p:grpSpPr>
            <a:xfrm>
              <a:off x="8207253" y="5243827"/>
              <a:ext cx="835278" cy="817764"/>
              <a:chOff x="8225558" y="5243827"/>
              <a:chExt cx="835278" cy="817764"/>
            </a:xfrm>
          </p:grpSpPr>
          <p:sp>
            <p:nvSpPr>
              <p:cNvPr id="134" name="사각형: 둥근 모서리 10">
                <a:extLst>
                  <a:ext uri="{FF2B5EF4-FFF2-40B4-BE49-F238E27FC236}">
                    <a16:creationId xmlns:a16="http://schemas.microsoft.com/office/drawing/2014/main" id="{E7BB0A1F-965E-4078-B900-85181A0FBF43}"/>
                  </a:ext>
                </a:extLst>
              </p:cNvPr>
              <p:cNvSpPr/>
              <p:nvPr/>
            </p:nvSpPr>
            <p:spPr>
              <a:xfrm>
                <a:off x="8225558" y="5243827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직사각형 140">
                    <a:extLst>
                      <a:ext uri="{FF2B5EF4-FFF2-40B4-BE49-F238E27FC236}">
                        <a16:creationId xmlns:a16="http://schemas.microsoft.com/office/drawing/2014/main" id="{B4884AAD-4817-4CF0-8BE3-785CAAE77B86}"/>
                      </a:ext>
                    </a:extLst>
                  </p:cNvPr>
                  <p:cNvSpPr/>
                  <p:nvPr/>
                </p:nvSpPr>
                <p:spPr>
                  <a:xfrm>
                    <a:off x="8228429" y="5403890"/>
                    <a:ext cx="832407" cy="5156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1" name="직사각형 140">
                    <a:extLst>
                      <a:ext uri="{FF2B5EF4-FFF2-40B4-BE49-F238E27FC236}">
                        <a16:creationId xmlns:a16="http://schemas.microsoft.com/office/drawing/2014/main" id="{B4884AAD-4817-4CF0-8BE3-785CAAE77B8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28429" y="5403890"/>
                    <a:ext cx="832407" cy="515654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2F411A5E-0C0F-49C5-951A-7AC0DA4172CE}"/>
                </a:ext>
              </a:extLst>
            </p:cNvPr>
            <p:cNvCxnSpPr>
              <a:cxnSpLocks/>
            </p:cNvCxnSpPr>
            <p:nvPr/>
          </p:nvCxnSpPr>
          <p:spPr>
            <a:xfrm>
              <a:off x="9011077" y="5683875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415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F6C531B-FC46-4C9E-87AD-519CA664243B}"/>
              </a:ext>
            </a:extLst>
          </p:cNvPr>
          <p:cNvGrpSpPr/>
          <p:nvPr/>
        </p:nvGrpSpPr>
        <p:grpSpPr>
          <a:xfrm>
            <a:off x="838689" y="1891448"/>
            <a:ext cx="23496791" cy="7560819"/>
            <a:chOff x="838689" y="1891448"/>
            <a:chExt cx="23496791" cy="7560819"/>
          </a:xfrm>
        </p:grpSpPr>
        <p:sp>
          <p:nvSpPr>
            <p:cNvPr id="346" name="직사각형 345"/>
            <p:cNvSpPr/>
            <p:nvPr/>
          </p:nvSpPr>
          <p:spPr>
            <a:xfrm>
              <a:off x="9781983" y="1891448"/>
              <a:ext cx="9687198" cy="7493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직사각형 333"/>
            <p:cNvSpPr/>
            <p:nvPr/>
          </p:nvSpPr>
          <p:spPr>
            <a:xfrm>
              <a:off x="12660429" y="4563975"/>
              <a:ext cx="2236046" cy="74696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3" name="직선 화살표 연결선 152"/>
            <p:cNvCxnSpPr/>
            <p:nvPr/>
          </p:nvCxnSpPr>
          <p:spPr>
            <a:xfrm flipV="1">
              <a:off x="12168470" y="3246951"/>
              <a:ext cx="651807" cy="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사다리꼴 176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11292338" y="3169209"/>
              <a:ext cx="467999" cy="168184"/>
            </a:xfrm>
            <a:prstGeom prst="trapezoid">
              <a:avLst>
                <a:gd name="adj" fmla="val 41230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2244603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>
              <a:off x="12494373" y="2464686"/>
              <a:ext cx="0" cy="156633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화살표 연결선 196"/>
            <p:cNvCxnSpPr/>
            <p:nvPr/>
          </p:nvCxnSpPr>
          <p:spPr>
            <a:xfrm>
              <a:off x="12487381" y="2470983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화살표 연결선 199"/>
            <p:cNvCxnSpPr/>
            <p:nvPr/>
          </p:nvCxnSpPr>
          <p:spPr>
            <a:xfrm>
              <a:off x="12494373" y="4016891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1660282" y="3012950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2" name="직사각형 271"/>
                <p:cNvSpPr/>
                <p:nvPr/>
              </p:nvSpPr>
              <p:spPr>
                <a:xfrm>
                  <a:off x="12776362" y="2284120"/>
                  <a:ext cx="656526" cy="3575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2" name="직사각형 2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76362" y="2284120"/>
                  <a:ext cx="656526" cy="357534"/>
                </a:xfrm>
                <a:prstGeom prst="rect">
                  <a:avLst/>
                </a:prstGeom>
                <a:blipFill>
                  <a:blip r:embed="rId2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3012951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4" name="직사각형 273"/>
                <p:cNvSpPr/>
                <p:nvPr/>
              </p:nvSpPr>
              <p:spPr>
                <a:xfrm>
                  <a:off x="12777951" y="3048135"/>
                  <a:ext cx="649857" cy="3575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4" name="직사각형 2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77951" y="3048135"/>
                  <a:ext cx="649857" cy="357534"/>
                </a:xfrm>
                <a:prstGeom prst="rect">
                  <a:avLst/>
                </a:prstGeom>
                <a:blipFill>
                  <a:blip r:embed="rId3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3786419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" name="직사각형 275"/>
                <p:cNvSpPr/>
                <p:nvPr/>
              </p:nvSpPr>
              <p:spPr>
                <a:xfrm>
                  <a:off x="12834300" y="3841652"/>
                  <a:ext cx="467557" cy="35753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6" name="직사각형 2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34300" y="3841652"/>
                  <a:ext cx="467557" cy="357534"/>
                </a:xfrm>
                <a:prstGeom prst="rect">
                  <a:avLst/>
                </a:prstGeom>
                <a:blipFill>
                  <a:blip r:embed="rId4"/>
                  <a:stretch>
                    <a:fillRect r="-6494" b="-33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7" name="직사각형 276"/>
                <p:cNvSpPr/>
                <p:nvPr/>
              </p:nvSpPr>
              <p:spPr>
                <a:xfrm>
                  <a:off x="11611995" y="3052468"/>
                  <a:ext cx="595741" cy="3575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7" name="직사각형 2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1995" y="3052468"/>
                  <a:ext cx="595741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4" name="직선 화살표 연결선 283"/>
            <p:cNvCxnSpPr/>
            <p:nvPr/>
          </p:nvCxnSpPr>
          <p:spPr>
            <a:xfrm flipV="1">
              <a:off x="12168470" y="8134857"/>
              <a:ext cx="651807" cy="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사다리꼴 285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11292338" y="8049179"/>
              <a:ext cx="468000" cy="168184"/>
            </a:xfrm>
            <a:prstGeom prst="trapezoid">
              <a:avLst>
                <a:gd name="adj" fmla="val 41230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7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55385" y="7132509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8" name="직선 연결선 287"/>
            <p:cNvCxnSpPr/>
            <p:nvPr/>
          </p:nvCxnSpPr>
          <p:spPr>
            <a:xfrm>
              <a:off x="12494373" y="7352592"/>
              <a:ext cx="0" cy="156633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/>
            <p:cNvCxnSpPr/>
            <p:nvPr/>
          </p:nvCxnSpPr>
          <p:spPr>
            <a:xfrm>
              <a:off x="12487381" y="7361746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/>
            <p:cNvCxnSpPr/>
            <p:nvPr/>
          </p:nvCxnSpPr>
          <p:spPr>
            <a:xfrm>
              <a:off x="12494373" y="8912417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1660282" y="7900856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6" name="직사각형 295"/>
                <p:cNvSpPr/>
                <p:nvPr/>
              </p:nvSpPr>
              <p:spPr>
                <a:xfrm>
                  <a:off x="12806842" y="7177106"/>
                  <a:ext cx="59375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96" name="직사각형 29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6842" y="7177106"/>
                  <a:ext cx="593752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7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7900857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8" name="직사각형 297"/>
                <p:cNvSpPr/>
                <p:nvPr/>
              </p:nvSpPr>
              <p:spPr>
                <a:xfrm>
                  <a:off x="12811922" y="7950534"/>
                  <a:ext cx="58708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98" name="직사각형 2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11922" y="7950534"/>
                  <a:ext cx="58708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9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8669204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0" name="직사각형 299"/>
                <p:cNvSpPr/>
                <p:nvPr/>
              </p:nvSpPr>
              <p:spPr>
                <a:xfrm>
                  <a:off x="12832242" y="8723961"/>
                  <a:ext cx="56182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00" name="직사각형 29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32242" y="8723961"/>
                  <a:ext cx="561820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1" name="직사각형 300"/>
                <p:cNvSpPr/>
                <p:nvPr/>
              </p:nvSpPr>
              <p:spPr>
                <a:xfrm>
                  <a:off x="11611995" y="7940374"/>
                  <a:ext cx="54098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01" name="직사각형 30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1995" y="7940374"/>
                  <a:ext cx="540982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1272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2" name="직선 화살표 연결선 301"/>
            <p:cNvCxnSpPr/>
            <p:nvPr/>
          </p:nvCxnSpPr>
          <p:spPr>
            <a:xfrm flipV="1">
              <a:off x="12168470" y="5671097"/>
              <a:ext cx="651807" cy="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사다리꼴 303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11292338" y="5590180"/>
              <a:ext cx="468000" cy="168184"/>
            </a:xfrm>
            <a:prstGeom prst="trapezoid">
              <a:avLst>
                <a:gd name="adj" fmla="val 41230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6" name="직선 연결선 305"/>
            <p:cNvCxnSpPr/>
            <p:nvPr/>
          </p:nvCxnSpPr>
          <p:spPr>
            <a:xfrm>
              <a:off x="12494373" y="4888832"/>
              <a:ext cx="0" cy="156633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화살표 연결선 306"/>
            <p:cNvCxnSpPr/>
            <p:nvPr/>
          </p:nvCxnSpPr>
          <p:spPr>
            <a:xfrm>
              <a:off x="12487381" y="4897986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화살표 연결선 307"/>
            <p:cNvCxnSpPr/>
            <p:nvPr/>
          </p:nvCxnSpPr>
          <p:spPr>
            <a:xfrm>
              <a:off x="12494373" y="6441037"/>
              <a:ext cx="3142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1660282" y="5437096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EBAD6EC8-7D51-46E7-AF28-64D003CCF68B}"/>
                </a:ext>
              </a:extLst>
            </p:cNvPr>
            <p:cNvGrpSpPr/>
            <p:nvPr/>
          </p:nvGrpSpPr>
          <p:grpSpPr>
            <a:xfrm>
              <a:off x="12788196" y="4681535"/>
              <a:ext cx="628314" cy="468000"/>
              <a:chOff x="12786522" y="4686029"/>
              <a:chExt cx="628314" cy="468000"/>
            </a:xfrm>
          </p:grpSpPr>
          <p:sp>
            <p:nvSpPr>
              <p:cNvPr id="305" name="사각형: 둥근 모서리 10">
                <a:extLst>
                  <a:ext uri="{FF2B5EF4-FFF2-40B4-BE49-F238E27FC236}">
                    <a16:creationId xmlns:a16="http://schemas.microsoft.com/office/drawing/2014/main" id="{465FE873-85BA-4457-A275-18A98A3FA10B}"/>
                  </a:ext>
                </a:extLst>
              </p:cNvPr>
              <p:cNvSpPr/>
              <p:nvPr/>
            </p:nvSpPr>
            <p:spPr>
              <a:xfrm>
                <a:off x="12860465" y="4686029"/>
                <a:ext cx="468000" cy="468000"/>
              </a:xfrm>
              <a:prstGeom prst="roundRect">
                <a:avLst>
                  <a:gd name="adj" fmla="val 135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2" name="직사각형 311"/>
                  <p:cNvSpPr/>
                  <p:nvPr/>
                </p:nvSpPr>
                <p:spPr>
                  <a:xfrm>
                    <a:off x="12786522" y="4708266"/>
                    <a:ext cx="628314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2" name="직사각형 3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86522" y="4708266"/>
                    <a:ext cx="628314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3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5437097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4" name="직사각형 313"/>
                <p:cNvSpPr/>
                <p:nvPr/>
              </p:nvSpPr>
              <p:spPr>
                <a:xfrm>
                  <a:off x="12791602" y="5481694"/>
                  <a:ext cx="621645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14" name="직사각형 3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91602" y="5481694"/>
                  <a:ext cx="621645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2860465" y="6205444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6" name="직사각형 315"/>
                <p:cNvSpPr/>
                <p:nvPr/>
              </p:nvSpPr>
              <p:spPr>
                <a:xfrm>
                  <a:off x="12806842" y="6255121"/>
                  <a:ext cx="59638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16" name="직사각형 3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6842" y="6255121"/>
                  <a:ext cx="596382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" name="직사각형 316"/>
                <p:cNvSpPr/>
                <p:nvPr/>
              </p:nvSpPr>
              <p:spPr>
                <a:xfrm>
                  <a:off x="11611995" y="5476614"/>
                  <a:ext cx="5755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17" name="직사각형 3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1995" y="5476614"/>
                  <a:ext cx="575542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꺾인 연결선 24"/>
            <p:cNvCxnSpPr/>
            <p:nvPr/>
          </p:nvCxnSpPr>
          <p:spPr>
            <a:xfrm flipV="1">
              <a:off x="13358945" y="4378559"/>
              <a:ext cx="4598871" cy="298800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모서리가 둥근 직사각형 33"/>
            <p:cNvSpPr/>
            <p:nvPr/>
          </p:nvSpPr>
          <p:spPr>
            <a:xfrm>
              <a:off x="17202202" y="3702919"/>
              <a:ext cx="1521388" cy="6350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Query-Query Alignment</a:t>
              </a:r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1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6333860" y="3786419"/>
              <a:ext cx="468000" cy="468000"/>
            </a:xfrm>
            <a:prstGeom prst="roundRect">
              <a:avLst>
                <a:gd name="adj" fmla="val 13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2" name="직사각형 321"/>
                <p:cNvSpPr/>
                <p:nvPr/>
              </p:nvSpPr>
              <p:spPr>
                <a:xfrm>
                  <a:off x="16362515" y="3851142"/>
                  <a:ext cx="41549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22" name="직사각형 3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62515" y="3851142"/>
                  <a:ext cx="415498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3" name="직선 화살표 연결선 322"/>
            <p:cNvCxnSpPr/>
            <p:nvPr/>
          </p:nvCxnSpPr>
          <p:spPr>
            <a:xfrm flipH="1">
              <a:off x="16817100" y="4020419"/>
              <a:ext cx="385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꺾인 연결선 328"/>
            <p:cNvCxnSpPr/>
            <p:nvPr/>
          </p:nvCxnSpPr>
          <p:spPr>
            <a:xfrm>
              <a:off x="13357666" y="3226803"/>
              <a:ext cx="1772966" cy="45000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모서리가 둥근 직사각형 329"/>
            <p:cNvSpPr/>
            <p:nvPr/>
          </p:nvSpPr>
          <p:spPr>
            <a:xfrm>
              <a:off x="14375018" y="3702919"/>
              <a:ext cx="1521388" cy="6350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Key-Value</a:t>
              </a:r>
            </a:p>
            <a:p>
              <a:pPr algn="ctr"/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Rearrange</a:t>
              </a:r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2" name="직선 화살표 연결선 331"/>
            <p:cNvCxnSpPr/>
            <p:nvPr/>
          </p:nvCxnSpPr>
          <p:spPr>
            <a:xfrm flipH="1">
              <a:off x="15914962" y="4020419"/>
              <a:ext cx="385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꺾인 연결선 332"/>
            <p:cNvCxnSpPr/>
            <p:nvPr/>
          </p:nvCxnSpPr>
          <p:spPr>
            <a:xfrm>
              <a:off x="13360345" y="2469581"/>
              <a:ext cx="4608000" cy="120600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288740BC-425D-4A15-B4E5-D5844FB2ED0F}"/>
                </a:ext>
              </a:extLst>
            </p:cNvPr>
            <p:cNvGrpSpPr/>
            <p:nvPr/>
          </p:nvGrpSpPr>
          <p:grpSpPr>
            <a:xfrm>
              <a:off x="18435251" y="5262215"/>
              <a:ext cx="863491" cy="817764"/>
              <a:chOff x="17452243" y="5298065"/>
              <a:chExt cx="863491" cy="817764"/>
            </a:xfrm>
          </p:grpSpPr>
          <p:sp>
            <p:nvSpPr>
              <p:cNvPr id="336" name="사각형: 둥근 모서리 10">
                <a:extLst>
                  <a:ext uri="{FF2B5EF4-FFF2-40B4-BE49-F238E27FC236}">
                    <a16:creationId xmlns:a16="http://schemas.microsoft.com/office/drawing/2014/main" id="{465FE873-85BA-4457-A275-18A98A3FA10B}"/>
                  </a:ext>
                </a:extLst>
              </p:cNvPr>
              <p:cNvSpPr/>
              <p:nvPr/>
            </p:nvSpPr>
            <p:spPr>
              <a:xfrm>
                <a:off x="17452243" y="5298065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직사각형 336"/>
                  <p:cNvSpPr/>
                  <p:nvPr/>
                </p:nvSpPr>
                <p:spPr>
                  <a:xfrm>
                    <a:off x="17455114" y="5458128"/>
                    <a:ext cx="860620" cy="4653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7" name="직사각형 33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55114" y="5458128"/>
                    <a:ext cx="860620" cy="4653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389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8" name="꺾인 연결선 337"/>
            <p:cNvCxnSpPr>
              <a:endCxn id="339" idx="0"/>
            </p:cNvCxnSpPr>
            <p:nvPr/>
          </p:nvCxnSpPr>
          <p:spPr>
            <a:xfrm>
              <a:off x="13728179" y="5310945"/>
              <a:ext cx="1725605" cy="360435"/>
            </a:xfrm>
            <a:prstGeom prst="bentConnector3">
              <a:avLst>
                <a:gd name="adj1" fmla="val 543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사다리꼴 338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15165915" y="5550648"/>
              <a:ext cx="817200" cy="241463"/>
            </a:xfrm>
            <a:prstGeom prst="trapezoid">
              <a:avLst>
                <a:gd name="adj" fmla="val 41230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0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15765832" y="5262215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1" name="직사각형 340"/>
                <p:cNvSpPr/>
                <p:nvPr/>
              </p:nvSpPr>
              <p:spPr>
                <a:xfrm>
                  <a:off x="15768703" y="5422278"/>
                  <a:ext cx="826572" cy="4653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41" name="직사각형 3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68703" y="5422278"/>
                  <a:ext cx="826572" cy="465320"/>
                </a:xfrm>
                <a:prstGeom prst="rect">
                  <a:avLst/>
                </a:prstGeom>
                <a:blipFill>
                  <a:blip r:embed="rId17"/>
                  <a:stretch>
                    <a:fillRect b="-389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7" name="직선 화살표 연결선 366"/>
            <p:cNvCxnSpPr/>
            <p:nvPr/>
          </p:nvCxnSpPr>
          <p:spPr>
            <a:xfrm>
              <a:off x="19298742" y="5670949"/>
              <a:ext cx="7747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9" name="직사각형 368"/>
                <p:cNvSpPr/>
                <p:nvPr/>
              </p:nvSpPr>
              <p:spPr>
                <a:xfrm>
                  <a:off x="16422556" y="8822157"/>
                  <a:ext cx="3011722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2400" b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⨉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en-US" altLang="ko-KR" sz="240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Steps </a:t>
                  </a:r>
                  <a:endParaRPr lang="ko-KR" altLang="en-US" sz="2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69" name="직사각형 3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22556" y="8822157"/>
                  <a:ext cx="3011722" cy="461665"/>
                </a:xfrm>
                <a:prstGeom prst="rect">
                  <a:avLst/>
                </a:prstGeom>
                <a:blipFill>
                  <a:blip r:embed="rId18"/>
                  <a:stretch>
                    <a:fillRect t="-11842" r="-5466" b="-28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직사각형 19"/>
            <p:cNvSpPr/>
            <p:nvPr/>
          </p:nvSpPr>
          <p:spPr>
            <a:xfrm>
              <a:off x="17944676" y="5537506"/>
              <a:ext cx="192088" cy="273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5" name="직선 화살표 연결선 344"/>
            <p:cNvCxnSpPr>
              <a:cxnSpLocks/>
            </p:cNvCxnSpPr>
            <p:nvPr/>
          </p:nvCxnSpPr>
          <p:spPr>
            <a:xfrm>
              <a:off x="16595275" y="5671097"/>
              <a:ext cx="18184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원호 15"/>
            <p:cNvSpPr/>
            <p:nvPr/>
          </p:nvSpPr>
          <p:spPr>
            <a:xfrm rot="13500000">
              <a:off x="17892265" y="5457208"/>
              <a:ext cx="432000" cy="4320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16811515" y="5317492"/>
              <a:ext cx="9412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Denoise</a:t>
              </a:r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 rot="2700000">
              <a:off x="17953221" y="5527416"/>
              <a:ext cx="36000" cy="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 rot="2700000">
              <a:off x="17963218" y="5794695"/>
              <a:ext cx="36000" cy="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635847" y="6723575"/>
              <a:ext cx="10054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Initialize</a:t>
              </a:r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직선 연결선 8"/>
            <p:cNvCxnSpPr>
              <a:cxnSpLocks/>
            </p:cNvCxnSpPr>
            <p:nvPr/>
          </p:nvCxnSpPr>
          <p:spPr>
            <a:xfrm flipV="1">
              <a:off x="18664144" y="1955359"/>
              <a:ext cx="862017" cy="1744176"/>
            </a:xfrm>
            <a:prstGeom prst="line">
              <a:avLst/>
            </a:prstGeom>
            <a:ln w="28575">
              <a:solidFill>
                <a:srgbClr val="FFD966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E0EADA3C-28E2-45EB-80FB-2C96192F2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59642" y="1955359"/>
              <a:ext cx="2097861" cy="2097861"/>
            </a:xfrm>
            <a:prstGeom prst="rect">
              <a:avLst/>
            </a:prstGeom>
            <a:ln w="76200">
              <a:solidFill>
                <a:srgbClr val="FFD966"/>
              </a:solidFill>
            </a:ln>
          </p:spPr>
        </p:pic>
        <p:sp>
          <p:nvSpPr>
            <p:cNvPr id="123" name="사다리꼴 122">
              <a:extLst>
                <a:ext uri="{FF2B5EF4-FFF2-40B4-BE49-F238E27FC236}">
                  <a16:creationId xmlns:a16="http://schemas.microsoft.com/office/drawing/2014/main" id="{F1E05E29-2ACD-44B9-9109-20C37FE6717E}"/>
                </a:ext>
              </a:extLst>
            </p:cNvPr>
            <p:cNvSpPr/>
            <p:nvPr/>
          </p:nvSpPr>
          <p:spPr>
            <a:xfrm rot="5400000">
              <a:off x="10886927" y="3138871"/>
              <a:ext cx="817764" cy="215864"/>
            </a:xfrm>
            <a:prstGeom prst="trapezoid">
              <a:avLst>
                <a:gd name="adj" fmla="val 110694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/>
            </a:p>
          </p:txBody>
        </p:sp>
        <p:sp>
          <p:nvSpPr>
            <p:cNvPr id="124" name="사다리꼴 123">
              <a:extLst>
                <a:ext uri="{FF2B5EF4-FFF2-40B4-BE49-F238E27FC236}">
                  <a16:creationId xmlns:a16="http://schemas.microsoft.com/office/drawing/2014/main" id="{B843E24B-2FDE-4458-9849-23DB1CB8DF91}"/>
                </a:ext>
              </a:extLst>
            </p:cNvPr>
            <p:cNvSpPr/>
            <p:nvPr/>
          </p:nvSpPr>
          <p:spPr>
            <a:xfrm rot="5400000">
              <a:off x="10886927" y="8026777"/>
              <a:ext cx="817764" cy="215864"/>
            </a:xfrm>
            <a:prstGeom prst="trapezoid">
              <a:avLst>
                <a:gd name="adj" fmla="val 110694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/>
            </a:p>
          </p:txBody>
        </p:sp>
        <p:sp>
          <p:nvSpPr>
            <p:cNvPr id="125" name="사다리꼴 124">
              <a:extLst>
                <a:ext uri="{FF2B5EF4-FFF2-40B4-BE49-F238E27FC236}">
                  <a16:creationId xmlns:a16="http://schemas.microsoft.com/office/drawing/2014/main" id="{755F52E5-AE8A-438C-B672-0115CD71A7E9}"/>
                </a:ext>
              </a:extLst>
            </p:cNvPr>
            <p:cNvSpPr/>
            <p:nvPr/>
          </p:nvSpPr>
          <p:spPr>
            <a:xfrm rot="5400000">
              <a:off x="10886927" y="5563017"/>
              <a:ext cx="817764" cy="215864"/>
            </a:xfrm>
            <a:prstGeom prst="trapezoid">
              <a:avLst>
                <a:gd name="adj" fmla="val 110694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3" name="직사각형 362"/>
                <p:cNvSpPr/>
                <p:nvPr/>
              </p:nvSpPr>
              <p:spPr>
                <a:xfrm>
                  <a:off x="22465248" y="6954178"/>
                  <a:ext cx="1010341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3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ko-KR" altLang="en-US" sz="3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63" name="직사각형 3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65248" y="6954178"/>
                  <a:ext cx="1010341" cy="64633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5" name="사각형: 둥근 모서리 10">
              <a:extLst>
                <a:ext uri="{FF2B5EF4-FFF2-40B4-BE49-F238E27FC236}">
                  <a16:creationId xmlns:a16="http://schemas.microsoft.com/office/drawing/2014/main" id="{465FE873-85BA-4457-A275-18A98A3FA10B}"/>
                </a:ext>
              </a:extLst>
            </p:cNvPr>
            <p:cNvSpPr/>
            <p:nvPr/>
          </p:nvSpPr>
          <p:spPr>
            <a:xfrm>
              <a:off x="20103749" y="5244889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6" name="직사각형 365"/>
                <p:cNvSpPr/>
                <p:nvPr/>
              </p:nvSpPr>
              <p:spPr>
                <a:xfrm>
                  <a:off x="20106620" y="5404952"/>
                  <a:ext cx="824393" cy="46647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66" name="직사각형 3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6620" y="5404952"/>
                  <a:ext cx="824393" cy="466474"/>
                </a:xfrm>
                <a:prstGeom prst="rect">
                  <a:avLst/>
                </a:prstGeom>
                <a:blipFill>
                  <a:blip r:embed="rId21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사다리꼴 117">
              <a:extLst>
                <a:ext uri="{FF2B5EF4-FFF2-40B4-BE49-F238E27FC236}">
                  <a16:creationId xmlns:a16="http://schemas.microsoft.com/office/drawing/2014/main" id="{55807871-9097-4217-97D6-7BF20F7DC991}"/>
                </a:ext>
              </a:extLst>
            </p:cNvPr>
            <p:cNvSpPr/>
            <p:nvPr/>
          </p:nvSpPr>
          <p:spPr>
            <a:xfrm rot="16200000" flipH="1">
              <a:off x="20032936" y="5334404"/>
              <a:ext cx="2502005" cy="645669"/>
            </a:xfrm>
            <a:prstGeom prst="trapezoid">
              <a:avLst>
                <a:gd name="adj" fmla="val 127440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8908911-6FBD-4DD3-A1CA-62BE7C55BCAA}"/>
                </a:ext>
              </a:extLst>
            </p:cNvPr>
            <p:cNvSpPr txBox="1"/>
            <p:nvPr/>
          </p:nvSpPr>
          <p:spPr>
            <a:xfrm rot="16200000">
              <a:off x="20657930" y="5414130"/>
              <a:ext cx="12266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</a:t>
              </a:r>
              <a:endParaRPr lang="ko-KR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5438205C-2600-4FAA-9A5D-48AE66049C8E}"/>
                </a:ext>
              </a:extLst>
            </p:cNvPr>
            <p:cNvGrpSpPr/>
            <p:nvPr/>
          </p:nvGrpSpPr>
          <p:grpSpPr>
            <a:xfrm>
              <a:off x="6619340" y="2844473"/>
              <a:ext cx="866006" cy="817764"/>
              <a:chOff x="6759139" y="2872577"/>
              <a:chExt cx="866006" cy="817764"/>
            </a:xfrm>
          </p:grpSpPr>
          <p:sp>
            <p:nvSpPr>
              <p:cNvPr id="98" name="사각형: 둥근 모서리 10">
                <a:extLst>
                  <a:ext uri="{FF2B5EF4-FFF2-40B4-BE49-F238E27FC236}">
                    <a16:creationId xmlns:a16="http://schemas.microsoft.com/office/drawing/2014/main" id="{465FE873-85BA-4457-A275-18A98A3FA10B}"/>
                  </a:ext>
                </a:extLst>
              </p:cNvPr>
              <p:cNvSpPr/>
              <p:nvPr/>
            </p:nvSpPr>
            <p:spPr>
              <a:xfrm>
                <a:off x="6766428" y="2872577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직사각형 98"/>
                  <p:cNvSpPr/>
                  <p:nvPr/>
                </p:nvSpPr>
                <p:spPr>
                  <a:xfrm>
                    <a:off x="6759139" y="3032640"/>
                    <a:ext cx="866006" cy="4978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𝑎𝑝𝑝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직사각형 9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59139" y="3032640"/>
                    <a:ext cx="866006" cy="49782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487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BBEF5947-B38D-4DE1-84F6-ED2ACCCBE731}"/>
                </a:ext>
              </a:extLst>
            </p:cNvPr>
            <p:cNvGrpSpPr/>
            <p:nvPr/>
          </p:nvGrpSpPr>
          <p:grpSpPr>
            <a:xfrm>
              <a:off x="6619340" y="7707905"/>
              <a:ext cx="825713" cy="817764"/>
              <a:chOff x="6766428" y="7759575"/>
              <a:chExt cx="825713" cy="817764"/>
            </a:xfrm>
          </p:grpSpPr>
          <p:sp>
            <p:nvSpPr>
              <p:cNvPr id="100" name="사각형: 둥근 모서리 10">
                <a:extLst>
                  <a:ext uri="{FF2B5EF4-FFF2-40B4-BE49-F238E27FC236}">
                    <a16:creationId xmlns:a16="http://schemas.microsoft.com/office/drawing/2014/main" id="{465FE873-85BA-4457-A275-18A98A3FA10B}"/>
                  </a:ext>
                </a:extLst>
              </p:cNvPr>
              <p:cNvSpPr/>
              <p:nvPr/>
            </p:nvSpPr>
            <p:spPr>
              <a:xfrm>
                <a:off x="6766428" y="7759575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직사각형 100"/>
                  <p:cNvSpPr/>
                  <p:nvPr/>
                </p:nvSpPr>
                <p:spPr>
                  <a:xfrm>
                    <a:off x="6809939" y="7924718"/>
                    <a:ext cx="782202" cy="46435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𝑠𝑡𝑟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1" name="직사각형 10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9939" y="7924718"/>
                    <a:ext cx="782202" cy="464358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394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1" name="직선 화살표 연결선 110"/>
            <p:cNvCxnSpPr/>
            <p:nvPr/>
          </p:nvCxnSpPr>
          <p:spPr>
            <a:xfrm rot="16200000">
              <a:off x="7874242" y="6912341"/>
              <a:ext cx="154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직사각형 1"/>
                <p:cNvSpPr/>
                <p:nvPr/>
              </p:nvSpPr>
              <p:spPr>
                <a:xfrm>
                  <a:off x="838689" y="2793978"/>
                  <a:ext cx="1076064" cy="69570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36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app</m:t>
                            </m:r>
                          </m:sub>
                        </m:sSub>
                      </m:oMath>
                    </m:oMathPara>
                  </a14:m>
                  <a:endParaRPr lang="ko-KR" altLang="en-US" sz="3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" name="직사각형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89" y="2793978"/>
                  <a:ext cx="1076064" cy="69570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직사각형 113"/>
                <p:cNvSpPr/>
                <p:nvPr/>
              </p:nvSpPr>
              <p:spPr>
                <a:xfrm>
                  <a:off x="934094" y="7675723"/>
                  <a:ext cx="922176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3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str</m:t>
                            </m:r>
                          </m:sub>
                        </m:sSub>
                      </m:oMath>
                    </m:oMathPara>
                  </a14:m>
                  <a:endParaRPr lang="ko-KR" altLang="en-US" sz="3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" name="직사각형 1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094" y="7675723"/>
                  <a:ext cx="922176" cy="64633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8" name="직선 화살표 연결선 207"/>
            <p:cNvCxnSpPr>
              <a:cxnSpLocks/>
            </p:cNvCxnSpPr>
            <p:nvPr/>
          </p:nvCxnSpPr>
          <p:spPr>
            <a:xfrm flipV="1">
              <a:off x="5207496" y="3245603"/>
              <a:ext cx="1397208" cy="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직사각형 370"/>
            <p:cNvSpPr/>
            <p:nvPr/>
          </p:nvSpPr>
          <p:spPr>
            <a:xfrm>
              <a:off x="5254559" y="2789107"/>
              <a:ext cx="13468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40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Inversion</a:t>
              </a:r>
              <a:endParaRPr lang="ko-KR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4BDF524-BD2B-4682-956C-F25889528409}"/>
                </a:ext>
              </a:extLst>
            </p:cNvPr>
            <p:cNvGrpSpPr/>
            <p:nvPr/>
          </p:nvGrpSpPr>
          <p:grpSpPr>
            <a:xfrm>
              <a:off x="4587059" y="1947443"/>
              <a:ext cx="645669" cy="2617192"/>
              <a:chOff x="5670231" y="2017741"/>
              <a:chExt cx="645669" cy="2502005"/>
            </a:xfrm>
          </p:grpSpPr>
          <p:sp>
            <p:nvSpPr>
              <p:cNvPr id="252" name="사다리꼴 251">
                <a:extLst>
                  <a:ext uri="{FF2B5EF4-FFF2-40B4-BE49-F238E27FC236}">
                    <a16:creationId xmlns:a16="http://schemas.microsoft.com/office/drawing/2014/main" id="{55807871-9097-4217-97D6-7BF20F7DC991}"/>
                  </a:ext>
                </a:extLst>
              </p:cNvPr>
              <p:cNvSpPr/>
              <p:nvPr/>
            </p:nvSpPr>
            <p:spPr>
              <a:xfrm rot="5400000">
                <a:off x="4742063" y="2945909"/>
                <a:ext cx="2502005" cy="645669"/>
              </a:xfrm>
              <a:prstGeom prst="trapezoid">
                <a:avLst>
                  <a:gd name="adj" fmla="val 127440"/>
                </a:avLst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F03531-5974-43E9-90D9-23A02F309EB9}"/>
                  </a:ext>
                </a:extLst>
              </p:cNvPr>
              <p:cNvSpPr txBox="1"/>
              <p:nvPr/>
            </p:nvSpPr>
            <p:spPr>
              <a:xfrm rot="16200000">
                <a:off x="5339735" y="3006420"/>
                <a:ext cx="1208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Encoder</a:t>
                </a:r>
                <a:endParaRPr lang="ko-KR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F79DC25-0920-4E20-B80C-AA98893611AF}"/>
                </a:ext>
              </a:extLst>
            </p:cNvPr>
            <p:cNvGrpSpPr/>
            <p:nvPr/>
          </p:nvGrpSpPr>
          <p:grpSpPr>
            <a:xfrm>
              <a:off x="4587059" y="6824264"/>
              <a:ext cx="645669" cy="2616649"/>
              <a:chOff x="4587059" y="6824264"/>
              <a:chExt cx="645669" cy="2616649"/>
            </a:xfrm>
          </p:grpSpPr>
          <p:sp>
            <p:nvSpPr>
              <p:cNvPr id="113" name="사다리꼴 112">
                <a:extLst>
                  <a:ext uri="{FF2B5EF4-FFF2-40B4-BE49-F238E27FC236}">
                    <a16:creationId xmlns:a16="http://schemas.microsoft.com/office/drawing/2014/main" id="{55807871-9097-4217-97D6-7BF20F7DC991}"/>
                  </a:ext>
                </a:extLst>
              </p:cNvPr>
              <p:cNvSpPr/>
              <p:nvPr/>
            </p:nvSpPr>
            <p:spPr>
              <a:xfrm rot="5400000">
                <a:off x="3601569" y="7809754"/>
                <a:ext cx="2616649" cy="645669"/>
              </a:xfrm>
              <a:prstGeom prst="trapezoid">
                <a:avLst>
                  <a:gd name="adj" fmla="val 127440"/>
                </a:avLst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CE0D1E6-F33F-4C3C-960B-09DA0A9FFE80}"/>
                  </a:ext>
                </a:extLst>
              </p:cNvPr>
              <p:cNvSpPr txBox="1"/>
              <p:nvPr/>
            </p:nvSpPr>
            <p:spPr>
              <a:xfrm rot="16200000">
                <a:off x="4267739" y="7885955"/>
                <a:ext cx="1208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Encoder</a:t>
                </a:r>
                <a:endParaRPr lang="ko-KR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5" name="사각형: 둥근 모서리 10">
              <a:extLst>
                <a:ext uri="{FF2B5EF4-FFF2-40B4-BE49-F238E27FC236}">
                  <a16:creationId xmlns:a16="http://schemas.microsoft.com/office/drawing/2014/main" id="{C1DF0A0D-8B85-45AA-BD87-F86AD1D59DBE}"/>
                </a:ext>
              </a:extLst>
            </p:cNvPr>
            <p:cNvSpPr/>
            <p:nvPr/>
          </p:nvSpPr>
          <p:spPr>
            <a:xfrm>
              <a:off x="10307415" y="2839116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644C9FAA-F4B0-487B-861A-66B2B003FCE7}"/>
                    </a:ext>
                  </a:extLst>
                </p:cNvPr>
                <p:cNvSpPr/>
                <p:nvPr/>
              </p:nvSpPr>
              <p:spPr>
                <a:xfrm>
                  <a:off x="10300126" y="2999179"/>
                  <a:ext cx="866006" cy="4931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644C9FAA-F4B0-487B-861A-66B2B003FC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0126" y="2999179"/>
                  <a:ext cx="866006" cy="493148"/>
                </a:xfrm>
                <a:prstGeom prst="rect">
                  <a:avLst/>
                </a:prstGeom>
                <a:blipFill>
                  <a:blip r:embed="rId26"/>
                  <a:stretch>
                    <a:fillRect b="-49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사각형: 둥근 모서리 10">
              <a:extLst>
                <a:ext uri="{FF2B5EF4-FFF2-40B4-BE49-F238E27FC236}">
                  <a16:creationId xmlns:a16="http://schemas.microsoft.com/office/drawing/2014/main" id="{51F529B2-02A3-4E1C-82E7-46468944E61A}"/>
                </a:ext>
              </a:extLst>
            </p:cNvPr>
            <p:cNvSpPr/>
            <p:nvPr/>
          </p:nvSpPr>
          <p:spPr>
            <a:xfrm>
              <a:off x="10307415" y="7727022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590FE179-0FBE-4D41-877A-490E17392898}"/>
                    </a:ext>
                  </a:extLst>
                </p:cNvPr>
                <p:cNvSpPr/>
                <p:nvPr/>
              </p:nvSpPr>
              <p:spPr>
                <a:xfrm>
                  <a:off x="10350926" y="7892165"/>
                  <a:ext cx="78220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𝑠𝑡𝑟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590FE179-0FBE-4D41-877A-490E173928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926" y="7892165"/>
                  <a:ext cx="782202" cy="461665"/>
                </a:xfrm>
                <a:prstGeom prst="rect">
                  <a:avLst/>
                </a:prstGeom>
                <a:blipFill>
                  <a:blip r:embed="rId2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사각형: 둥근 모서리 10">
              <a:extLst>
                <a:ext uri="{FF2B5EF4-FFF2-40B4-BE49-F238E27FC236}">
                  <a16:creationId xmlns:a16="http://schemas.microsoft.com/office/drawing/2014/main" id="{D0FDDC0B-D2CD-4FB8-AC3D-BF63F9C09820}"/>
                </a:ext>
              </a:extLst>
            </p:cNvPr>
            <p:cNvSpPr/>
            <p:nvPr/>
          </p:nvSpPr>
          <p:spPr>
            <a:xfrm>
              <a:off x="10307415" y="5263262"/>
              <a:ext cx="796535" cy="817764"/>
            </a:xfrm>
            <a:prstGeom prst="roundRect">
              <a:avLst>
                <a:gd name="adj" fmla="val 135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직사각형 139">
                  <a:extLst>
                    <a:ext uri="{FF2B5EF4-FFF2-40B4-BE49-F238E27FC236}">
                      <a16:creationId xmlns:a16="http://schemas.microsoft.com/office/drawing/2014/main" id="{8102646A-F22B-4F01-B0B8-F4CBEEDF3C46}"/>
                    </a:ext>
                  </a:extLst>
                </p:cNvPr>
                <p:cNvSpPr/>
                <p:nvPr/>
              </p:nvSpPr>
              <p:spPr>
                <a:xfrm>
                  <a:off x="10310286" y="5423325"/>
                  <a:ext cx="82439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ko-KR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0" name="직사각형 139">
                  <a:extLst>
                    <a:ext uri="{FF2B5EF4-FFF2-40B4-BE49-F238E27FC236}">
                      <a16:creationId xmlns:a16="http://schemas.microsoft.com/office/drawing/2014/main" id="{8102646A-F22B-4F01-B0B8-F4CBEEDF3C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0286" y="5423325"/>
                  <a:ext cx="824392" cy="461665"/>
                </a:xfrm>
                <a:prstGeom prst="rect">
                  <a:avLst/>
                </a:prstGeom>
                <a:blipFill>
                  <a:blip r:embed="rId2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1A104708-9CDC-43F5-B40D-A00CCAAA15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6713" y="8124126"/>
              <a:ext cx="1397208" cy="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5F54B7F3-65DC-437E-92EB-346EA2688586}"/>
                </a:ext>
              </a:extLst>
            </p:cNvPr>
            <p:cNvSpPr/>
            <p:nvPr/>
          </p:nvSpPr>
          <p:spPr>
            <a:xfrm>
              <a:off x="5243776" y="7667630"/>
              <a:ext cx="13468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40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Inversion</a:t>
              </a:r>
              <a:endParaRPr lang="ko-KR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996D6DE5-B519-4C3A-A7A9-C4C62F21A548}"/>
                </a:ext>
              </a:extLst>
            </p:cNvPr>
            <p:cNvCxnSpPr>
              <a:cxnSpLocks/>
            </p:cNvCxnSpPr>
            <p:nvPr/>
          </p:nvCxnSpPr>
          <p:spPr>
            <a:xfrm>
              <a:off x="7420009" y="8125509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67F81791-FC28-4CF0-9497-A77DA8ED9A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23590" y="4053221"/>
              <a:ext cx="829375" cy="284698"/>
            </a:xfrm>
            <a:prstGeom prst="line">
              <a:avLst/>
            </a:prstGeom>
            <a:ln w="28575">
              <a:solidFill>
                <a:srgbClr val="FFD966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E7BE52A5-9BC3-4093-8BFC-14406635A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4260" y="1947443"/>
              <a:ext cx="2610000" cy="2610000"/>
            </a:xfrm>
            <a:prstGeom prst="rect">
              <a:avLst/>
            </a:prstGeom>
            <a:ln w="76200">
              <a:solidFill>
                <a:srgbClr val="F8CBAD"/>
              </a:solidFill>
            </a:ln>
          </p:spPr>
        </p:pic>
        <p:pic>
          <p:nvPicPr>
            <p:cNvPr id="241" name="그림 240">
              <a:extLst>
                <a:ext uri="{FF2B5EF4-FFF2-40B4-BE49-F238E27FC236}">
                  <a16:creationId xmlns:a16="http://schemas.microsoft.com/office/drawing/2014/main" id="{4B8A56B7-C805-4D79-8138-46B2D8887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4016" y="6842267"/>
              <a:ext cx="2610000" cy="2610000"/>
            </a:xfrm>
            <a:prstGeom prst="rect">
              <a:avLst/>
            </a:prstGeom>
            <a:ln w="76200">
              <a:solidFill>
                <a:srgbClr val="BDD7EE"/>
              </a:solidFill>
            </a:ln>
          </p:spPr>
        </p:pic>
        <p:pic>
          <p:nvPicPr>
            <p:cNvPr id="243" name="그림 242">
              <a:extLst>
                <a:ext uri="{FF2B5EF4-FFF2-40B4-BE49-F238E27FC236}">
                  <a16:creationId xmlns:a16="http://schemas.microsoft.com/office/drawing/2014/main" id="{F630C5EC-BC4A-4F2D-96BF-BAF0817E2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25480" y="4381824"/>
              <a:ext cx="2610000" cy="2610000"/>
            </a:xfrm>
            <a:prstGeom prst="rect">
              <a:avLst/>
            </a:prstGeom>
            <a:ln w="76200">
              <a:solidFill>
                <a:srgbClr val="C5E0B4"/>
              </a:solidFill>
            </a:ln>
          </p:spPr>
        </p:pic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74F07145-ECAA-43BE-A0D0-FA56E2C0A525}"/>
                </a:ext>
              </a:extLst>
            </p:cNvPr>
            <p:cNvGrpSpPr/>
            <p:nvPr/>
          </p:nvGrpSpPr>
          <p:grpSpPr>
            <a:xfrm>
              <a:off x="8207253" y="7707905"/>
              <a:ext cx="825712" cy="817764"/>
              <a:chOff x="6766428" y="7759575"/>
              <a:chExt cx="825712" cy="817764"/>
            </a:xfrm>
          </p:grpSpPr>
          <p:sp>
            <p:nvSpPr>
              <p:cNvPr id="119" name="사각형: 둥근 모서리 10">
                <a:extLst>
                  <a:ext uri="{FF2B5EF4-FFF2-40B4-BE49-F238E27FC236}">
                    <a16:creationId xmlns:a16="http://schemas.microsoft.com/office/drawing/2014/main" id="{9BECD793-5EFF-414F-B3EA-8A71585CDCD7}"/>
                  </a:ext>
                </a:extLst>
              </p:cNvPr>
              <p:cNvSpPr/>
              <p:nvPr/>
            </p:nvSpPr>
            <p:spPr>
              <a:xfrm>
                <a:off x="6766428" y="7759575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AFA3F158-C49E-4F49-81E2-A1F392774B75}"/>
                      </a:ext>
                    </a:extLst>
                  </p:cNvPr>
                  <p:cNvSpPr/>
                  <p:nvPr/>
                </p:nvSpPr>
                <p:spPr>
                  <a:xfrm>
                    <a:off x="6809939" y="7924718"/>
                    <a:ext cx="782201" cy="5156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𝑠𝑡𝑟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AFA3F158-C49E-4F49-81E2-A1F392774B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9939" y="7924718"/>
                    <a:ext cx="782201" cy="515654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D1384784-A8A4-4B94-A583-1C6E4FD939C1}"/>
                </a:ext>
              </a:extLst>
            </p:cNvPr>
            <p:cNvCxnSpPr>
              <a:cxnSpLocks/>
            </p:cNvCxnSpPr>
            <p:nvPr/>
          </p:nvCxnSpPr>
          <p:spPr>
            <a:xfrm>
              <a:off x="9006582" y="8124126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95953133-B8A5-44FE-BDE6-5432FEFD0E55}"/>
                </a:ext>
              </a:extLst>
            </p:cNvPr>
            <p:cNvGrpSpPr/>
            <p:nvPr/>
          </p:nvGrpSpPr>
          <p:grpSpPr>
            <a:xfrm>
              <a:off x="8207253" y="2844473"/>
              <a:ext cx="874022" cy="817764"/>
              <a:chOff x="6759139" y="2872577"/>
              <a:chExt cx="874022" cy="817764"/>
            </a:xfrm>
          </p:grpSpPr>
          <p:sp>
            <p:nvSpPr>
              <p:cNvPr id="126" name="사각형: 둥근 모서리 10">
                <a:extLst>
                  <a:ext uri="{FF2B5EF4-FFF2-40B4-BE49-F238E27FC236}">
                    <a16:creationId xmlns:a16="http://schemas.microsoft.com/office/drawing/2014/main" id="{BA945831-391C-4FD1-B5C1-238DA93828BC}"/>
                  </a:ext>
                </a:extLst>
              </p:cNvPr>
              <p:cNvSpPr/>
              <p:nvPr/>
            </p:nvSpPr>
            <p:spPr>
              <a:xfrm>
                <a:off x="6766428" y="2872577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14F6A9E1-1A02-4929-889F-DA806672B177}"/>
                      </a:ext>
                    </a:extLst>
                  </p:cNvPr>
                  <p:cNvSpPr/>
                  <p:nvPr/>
                </p:nvSpPr>
                <p:spPr>
                  <a:xfrm>
                    <a:off x="6759139" y="3032640"/>
                    <a:ext cx="874022" cy="54912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𝑎𝑝𝑝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14F6A9E1-1A02-4929-889F-DA806672B17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59139" y="3032640"/>
                    <a:ext cx="874022" cy="549125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9" name="직선 화살표 연결선 128">
              <a:extLst>
                <a:ext uri="{FF2B5EF4-FFF2-40B4-BE49-F238E27FC236}">
                  <a16:creationId xmlns:a16="http://schemas.microsoft.com/office/drawing/2014/main" id="{A1D3029B-A803-4460-91F1-E4A848C88BF6}"/>
                </a:ext>
              </a:extLst>
            </p:cNvPr>
            <p:cNvCxnSpPr>
              <a:cxnSpLocks/>
            </p:cNvCxnSpPr>
            <p:nvPr/>
          </p:nvCxnSpPr>
          <p:spPr>
            <a:xfrm>
              <a:off x="7424504" y="3241999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9A26E3CD-03B8-49A8-8741-A9C668F64470}"/>
                </a:ext>
              </a:extLst>
            </p:cNvPr>
            <p:cNvCxnSpPr>
              <a:cxnSpLocks/>
            </p:cNvCxnSpPr>
            <p:nvPr/>
          </p:nvCxnSpPr>
          <p:spPr>
            <a:xfrm>
              <a:off x="9006582" y="3241999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A072E49D-C876-44DC-9AAD-0364CE218802}"/>
                    </a:ext>
                  </a:extLst>
                </p:cNvPr>
                <p:cNvSpPr/>
                <p:nvPr/>
              </p:nvSpPr>
              <p:spPr>
                <a:xfrm>
                  <a:off x="7456113" y="8169249"/>
                  <a:ext cx="782202" cy="35753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𝑠𝑘𝑖𝑝</m:t>
                            </m:r>
                          </m:sub>
                        </m:sSub>
                      </m:oMath>
                    </m:oMathPara>
                  </a14:m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A072E49D-C876-44DC-9AAD-0364CE2188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6113" y="8169249"/>
                  <a:ext cx="782202" cy="357534"/>
                </a:xfrm>
                <a:prstGeom prst="rect">
                  <a:avLst/>
                </a:prstGeom>
                <a:blipFill>
                  <a:blip r:embed="rId35"/>
                  <a:stretch>
                    <a:fillRect b="-678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B07B1525-131F-4041-97D0-1873A5123433}"/>
                    </a:ext>
                  </a:extLst>
                </p:cNvPr>
                <p:cNvSpPr/>
                <p:nvPr/>
              </p:nvSpPr>
              <p:spPr>
                <a:xfrm>
                  <a:off x="7443356" y="3290259"/>
                  <a:ext cx="782202" cy="35753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𝑠𝑘𝑖𝑝</m:t>
                            </m:r>
                          </m:sub>
                        </m:sSub>
                      </m:oMath>
                    </m:oMathPara>
                  </a14:m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B07B1525-131F-4041-97D0-1873A51234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3356" y="3290259"/>
                  <a:ext cx="782202" cy="357534"/>
                </a:xfrm>
                <a:prstGeom prst="rect">
                  <a:avLst/>
                </a:prstGeom>
                <a:blipFill>
                  <a:blip r:embed="rId36"/>
                  <a:stretch>
                    <a:fillRect b="-862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00400CC-D560-473B-959D-E247A79E66AA}"/>
                </a:ext>
              </a:extLst>
            </p:cNvPr>
            <p:cNvGrpSpPr/>
            <p:nvPr/>
          </p:nvGrpSpPr>
          <p:grpSpPr>
            <a:xfrm>
              <a:off x="8207253" y="5243827"/>
              <a:ext cx="835278" cy="817764"/>
              <a:chOff x="8225558" y="5243827"/>
              <a:chExt cx="835278" cy="817764"/>
            </a:xfrm>
          </p:grpSpPr>
          <p:sp>
            <p:nvSpPr>
              <p:cNvPr id="134" name="사각형: 둥근 모서리 10">
                <a:extLst>
                  <a:ext uri="{FF2B5EF4-FFF2-40B4-BE49-F238E27FC236}">
                    <a16:creationId xmlns:a16="http://schemas.microsoft.com/office/drawing/2014/main" id="{E7BB0A1F-965E-4078-B900-85181A0FBF43}"/>
                  </a:ext>
                </a:extLst>
              </p:cNvPr>
              <p:cNvSpPr/>
              <p:nvPr/>
            </p:nvSpPr>
            <p:spPr>
              <a:xfrm>
                <a:off x="8225558" y="5243827"/>
                <a:ext cx="796535" cy="817764"/>
              </a:xfrm>
              <a:prstGeom prst="roundRect">
                <a:avLst>
                  <a:gd name="adj" fmla="val 1352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직사각형 140">
                    <a:extLst>
                      <a:ext uri="{FF2B5EF4-FFF2-40B4-BE49-F238E27FC236}">
                        <a16:creationId xmlns:a16="http://schemas.microsoft.com/office/drawing/2014/main" id="{B4884AAD-4817-4CF0-8BE3-785CAAE77B86}"/>
                      </a:ext>
                    </a:extLst>
                  </p:cNvPr>
                  <p:cNvSpPr/>
                  <p:nvPr/>
                </p:nvSpPr>
                <p:spPr>
                  <a:xfrm>
                    <a:off x="8228429" y="5403890"/>
                    <a:ext cx="832407" cy="5156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b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1" name="직사각형 140">
                    <a:extLst>
                      <a:ext uri="{FF2B5EF4-FFF2-40B4-BE49-F238E27FC236}">
                        <a16:creationId xmlns:a16="http://schemas.microsoft.com/office/drawing/2014/main" id="{B4884AAD-4817-4CF0-8BE3-785CAAE77B8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28429" y="5403890"/>
                    <a:ext cx="832407" cy="515654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2F411A5E-0C0F-49C5-951A-7AC0DA4172CE}"/>
                </a:ext>
              </a:extLst>
            </p:cNvPr>
            <p:cNvCxnSpPr>
              <a:cxnSpLocks/>
            </p:cNvCxnSpPr>
            <p:nvPr/>
          </p:nvCxnSpPr>
          <p:spPr>
            <a:xfrm>
              <a:off x="9011077" y="5683875"/>
              <a:ext cx="79003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775FFCE8-717D-43D6-BB2D-561082DF3A0E}"/>
                </a:ext>
              </a:extLst>
            </p:cNvPr>
            <p:cNvGrpSpPr/>
            <p:nvPr/>
          </p:nvGrpSpPr>
          <p:grpSpPr>
            <a:xfrm>
              <a:off x="13530350" y="4683259"/>
              <a:ext cx="475047" cy="468000"/>
              <a:chOff x="13469322" y="4687753"/>
              <a:chExt cx="475047" cy="468000"/>
            </a:xfrm>
          </p:grpSpPr>
          <p:sp>
            <p:nvSpPr>
              <p:cNvPr id="327" name="사각형: 둥근 모서리 10">
                <a:extLst>
                  <a:ext uri="{FF2B5EF4-FFF2-40B4-BE49-F238E27FC236}">
                    <a16:creationId xmlns:a16="http://schemas.microsoft.com/office/drawing/2014/main" id="{465FE873-85BA-4457-A275-18A98A3FA10B}"/>
                  </a:ext>
                </a:extLst>
              </p:cNvPr>
              <p:cNvSpPr/>
              <p:nvPr/>
            </p:nvSpPr>
            <p:spPr>
              <a:xfrm>
                <a:off x="13476369" y="4687753"/>
                <a:ext cx="468000" cy="468000"/>
              </a:xfrm>
              <a:prstGeom prst="roundRect">
                <a:avLst>
                  <a:gd name="adj" fmla="val 135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8" name="직사각형 327"/>
                  <p:cNvSpPr/>
                  <p:nvPr/>
                </p:nvSpPr>
                <p:spPr>
                  <a:xfrm>
                    <a:off x="13469322" y="4752476"/>
                    <a:ext cx="470000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8" name="직사각형 3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69322" y="4752476"/>
                    <a:ext cx="470000" cy="338554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A33842B1-31DC-49C1-A6C1-89E5FCE172BC}"/>
                </a:ext>
              </a:extLst>
            </p:cNvPr>
            <p:cNvGrpSpPr/>
            <p:nvPr/>
          </p:nvGrpSpPr>
          <p:grpSpPr>
            <a:xfrm>
              <a:off x="14155962" y="4681535"/>
              <a:ext cx="491341" cy="468000"/>
              <a:chOff x="14154288" y="4686029"/>
              <a:chExt cx="491341" cy="468000"/>
            </a:xfrm>
          </p:grpSpPr>
          <p:sp>
            <p:nvSpPr>
              <p:cNvPr id="143" name="사각형: 둥근 모서리 10">
                <a:extLst>
                  <a:ext uri="{FF2B5EF4-FFF2-40B4-BE49-F238E27FC236}">
                    <a16:creationId xmlns:a16="http://schemas.microsoft.com/office/drawing/2014/main" id="{E41A7696-C96E-4072-8590-22871BE52E6A}"/>
                  </a:ext>
                </a:extLst>
              </p:cNvPr>
              <p:cNvSpPr/>
              <p:nvPr/>
            </p:nvSpPr>
            <p:spPr>
              <a:xfrm>
                <a:off x="14154288" y="4686029"/>
                <a:ext cx="468000" cy="468000"/>
              </a:xfrm>
              <a:prstGeom prst="roundRect">
                <a:avLst>
                  <a:gd name="adj" fmla="val 135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직사각형 143">
                    <a:extLst>
                      <a:ext uri="{FF2B5EF4-FFF2-40B4-BE49-F238E27FC236}">
                        <a16:creationId xmlns:a16="http://schemas.microsoft.com/office/drawing/2014/main" id="{C78B51B0-92AB-4299-A15A-52DB70EF2F5E}"/>
                      </a:ext>
                    </a:extLst>
                  </p:cNvPr>
                  <p:cNvSpPr/>
                  <p:nvPr/>
                </p:nvSpPr>
                <p:spPr>
                  <a:xfrm>
                    <a:off x="14189414" y="4750752"/>
                    <a:ext cx="456215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4" name="직사각형 143">
                    <a:extLst>
                      <a:ext uri="{FF2B5EF4-FFF2-40B4-BE49-F238E27FC236}">
                        <a16:creationId xmlns:a16="http://schemas.microsoft.com/office/drawing/2014/main" id="{C78B51B0-92AB-4299-A15A-52DB70EF2F5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89414" y="4750752"/>
                    <a:ext cx="456215" cy="338554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6" name="꺾인 연결선 328">
              <a:extLst>
                <a:ext uri="{FF2B5EF4-FFF2-40B4-BE49-F238E27FC236}">
                  <a16:creationId xmlns:a16="http://schemas.microsoft.com/office/drawing/2014/main" id="{066B4E01-7A8C-4853-84FC-3ACCA5829E22}"/>
                </a:ext>
              </a:extLst>
            </p:cNvPr>
            <p:cNvCxnSpPr>
              <a:cxnSpLocks/>
              <a:stCxn id="330" idx="2"/>
              <a:endCxn id="334" idx="3"/>
            </p:cNvCxnSpPr>
            <p:nvPr/>
          </p:nvCxnSpPr>
          <p:spPr>
            <a:xfrm rot="5400000">
              <a:off x="14716324" y="4518071"/>
              <a:ext cx="599541" cy="23923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꺾인 연결선 328">
              <a:extLst>
                <a:ext uri="{FF2B5EF4-FFF2-40B4-BE49-F238E27FC236}">
                  <a16:creationId xmlns:a16="http://schemas.microsoft.com/office/drawing/2014/main" id="{745F7BED-22A2-4328-9CDC-754BB3E7DAAE}"/>
                </a:ext>
              </a:extLst>
            </p:cNvPr>
            <p:cNvCxnSpPr>
              <a:cxnSpLocks/>
              <a:stCxn id="276" idx="3"/>
              <a:endCxn id="330" idx="1"/>
            </p:cNvCxnSpPr>
            <p:nvPr/>
          </p:nvCxnSpPr>
          <p:spPr>
            <a:xfrm>
              <a:off x="13301857" y="4020419"/>
              <a:ext cx="10731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652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1181</TotalTime>
  <Words>183</Words>
  <Application>Microsoft Office PowerPoint</Application>
  <PresentationFormat>사용자 지정</PresentationFormat>
  <Paragraphs>158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한광석(인공지능대학원)</dc:creator>
  <cp:lastModifiedBy>김남우(인공지능대학원)</cp:lastModifiedBy>
  <cp:revision>473</cp:revision>
  <dcterms:created xsi:type="dcterms:W3CDTF">2024-08-01T10:13:50Z</dcterms:created>
  <dcterms:modified xsi:type="dcterms:W3CDTF">2024-11-12T12:25:00Z</dcterms:modified>
</cp:coreProperties>
</file>